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4.xml" ContentType="application/vnd.openxmlformats-officedocument.theme+xml"/>
  <Override PartName="/ppt/slideLayouts/slideLayout7.xml" ContentType="application/vnd.openxmlformats-officedocument.presentationml.slideLayout+xml"/>
  <Override PartName="/ppt/theme/theme5.xml" ContentType="application/vnd.openxmlformats-officedocument.theme+xml"/>
  <Override PartName="/ppt/slideLayouts/slideLayout8.xml" ContentType="application/vnd.openxmlformats-officedocument.presentationml.slideLayout+xml"/>
  <Override PartName="/ppt/theme/theme6.xml" ContentType="application/vnd.openxmlformats-officedocument.theme+xml"/>
  <Override PartName="/ppt/slideLayouts/slideLayout9.xml" ContentType="application/vnd.openxmlformats-officedocument.presentationml.slideLayout+xml"/>
  <Override PartName="/ppt/theme/theme7.xml" ContentType="application/vnd.openxmlformats-officedocument.theme+xml"/>
  <Override PartName="/ppt/slideLayouts/slideLayout10.xml" ContentType="application/vnd.openxmlformats-officedocument.presentationml.slideLayout+xml"/>
  <Override PartName="/ppt/theme/theme8.xml" ContentType="application/vnd.openxmlformats-officedocument.theme+xml"/>
  <Override PartName="/ppt/slideLayouts/slideLayout11.xml" ContentType="application/vnd.openxmlformats-officedocument.presentationml.slideLayout+xml"/>
  <Override PartName="/ppt/theme/theme9.xml" ContentType="application/vnd.openxmlformats-officedocument.theme+xml"/>
  <Override PartName="/ppt/slideLayouts/slideLayout12.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 id="2147483650" r:id="rId2"/>
    <p:sldMasterId id="2147483652" r:id="rId3"/>
    <p:sldMasterId id="2147483653" r:id="rId4"/>
    <p:sldMasterId id="2147483658" r:id="rId5"/>
    <p:sldMasterId id="2147483660" r:id="rId6"/>
    <p:sldMasterId id="2147483662" r:id="rId7"/>
    <p:sldMasterId id="2147483664" r:id="rId8"/>
    <p:sldMasterId id="2147483666" r:id="rId9"/>
    <p:sldMasterId id="2147483668" r:id="rId10"/>
  </p:sldMasterIdLst>
  <p:notesMasterIdLst>
    <p:notesMasterId r:id="rId38"/>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000000"/>
          </p15:clr>
        </p15:guide>
        <p15:guide id="2" pos="384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2" roundtripDataSignature="AMtx7mh8uK4IqdkFfMFFIsFRsKTxhYzWJ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6" d="100"/>
          <a:sy n="76" d="100"/>
        </p:scale>
        <p:origin x="-480" y="1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 Type="http://schemas.openxmlformats.org/officeDocument/2006/relationships/slideMaster" Target="slideMasters/slideMaster3.xml"/><Relationship Id="rId21" Type="http://schemas.openxmlformats.org/officeDocument/2006/relationships/slide" Target="slides/slide11.xml"/><Relationship Id="rId34" Type="http://schemas.openxmlformats.org/officeDocument/2006/relationships/slide" Target="slides/slide24.xml"/><Relationship Id="rId42" Type="http://customschemas.google.com/relationships/presentationmetadata" Target="metadata"/><Relationship Id="rId7" Type="http://schemas.openxmlformats.org/officeDocument/2006/relationships/slideMaster" Target="slideMasters/slideMaster7.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notesMaster" Target="notesMasters/notesMaster1.xml"/><Relationship Id="rId46"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5"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10" Type="http://schemas.openxmlformats.org/officeDocument/2006/relationships/slideMaster" Target="slideMasters/slideMaster10.xml"/><Relationship Id="rId19" Type="http://schemas.openxmlformats.org/officeDocument/2006/relationships/slide" Target="slides/slide9.xml"/><Relationship Id="rId31" Type="http://schemas.openxmlformats.org/officeDocument/2006/relationships/slide" Target="slides/slide21.xml"/><Relationship Id="rId44"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7"/>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8787"/>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2"/>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21691481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 name="Google Shape;16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7" name="Google Shape;16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 name="Google Shape;17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2" name="Google Shape;18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7" name="Google Shape;19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5" name="Google Shape;20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2" name="Google Shape;21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0" name="Google Shape;22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8" name="Google Shape;22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5" name="Google Shape;23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3" name="Google Shape;25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0" name="Google Shape;26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7" name="Google Shape;26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4" name="Google Shape;274;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1" name="Google Shape;281;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8" name="Google Shape;288;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6" name="Google Shape;296;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4" name="Google Shape;304;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1" name="Google Shape;311;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8" name="Google Shape;318;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5" name="Google Shape;325;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2" name="Google Shape;332;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0" name="Google Shape;340;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7" name="Google Shape;347;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4" name="Google Shape;354;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5" name="Google Shape;355;p27: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27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
        <p:cNvGrpSpPr/>
        <p:nvPr/>
      </p:nvGrpSpPr>
      <p:grpSpPr>
        <a:xfrm>
          <a:off x="0" y="0"/>
          <a:ext cx="0" cy="0"/>
          <a:chOff x="0" y="0"/>
          <a:chExt cx="0" cy="0"/>
        </a:xfrm>
      </p:grpSpPr>
      <p:sp>
        <p:nvSpPr>
          <p:cNvPr id="17" name="Google Shape;17;p29"/>
          <p:cNvSpPr txBox="1">
            <a:spLocks noGrp="1"/>
          </p:cNvSpPr>
          <p:nvPr>
            <p:ph type="ctrTitle"/>
          </p:nvPr>
        </p:nvSpPr>
        <p:spPr>
          <a:xfrm>
            <a:off x="1600200" y="2386744"/>
            <a:ext cx="8991600" cy="1645920"/>
          </a:xfrm>
          <a:prstGeom prst="rect">
            <a:avLst/>
          </a:prstGeom>
          <a:solidFill>
            <a:srgbClr val="FFFFFF"/>
          </a:solidFill>
          <a:ln w="38100" cap="flat" cmpd="sng">
            <a:solidFill>
              <a:srgbClr val="404040"/>
            </a:solidFill>
            <a:prstDash val="solid"/>
            <a:round/>
            <a:headEnd type="none" w="sm" len="sm"/>
            <a:tailEnd type="none" w="sm" len="sm"/>
          </a:ln>
        </p:spPr>
        <p:txBody>
          <a:bodyPr spcFirstLastPara="1" wrap="square" lIns="274300" tIns="182875" rIns="274300" bIns="182875" anchor="ctr" anchorCtr="1">
            <a:normAutofit/>
          </a:bodyPr>
          <a:lstStyle>
            <a:lvl1pPr lvl="0" algn="ctr">
              <a:lnSpc>
                <a:spcPct val="90000"/>
              </a:lnSpc>
              <a:spcBef>
                <a:spcPts val="0"/>
              </a:spcBef>
              <a:spcAft>
                <a:spcPts val="0"/>
              </a:spcAft>
              <a:buClr>
                <a:srgbClr val="262626"/>
              </a:buClr>
              <a:buSzPts val="3800"/>
              <a:buFont typeface="Bookman Old Style"/>
              <a:buNone/>
              <a:defRPr sz="38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9"/>
          <p:cNvSpPr txBox="1">
            <a:spLocks noGrp="1"/>
          </p:cNvSpPr>
          <p:nvPr>
            <p:ph type="subTitle" idx="1"/>
          </p:nvPr>
        </p:nvSpPr>
        <p:spPr>
          <a:xfrm>
            <a:off x="2695194" y="4352544"/>
            <a:ext cx="6801612" cy="1239894"/>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1000"/>
              </a:spcBef>
              <a:spcAft>
                <a:spcPts val="0"/>
              </a:spcAft>
              <a:buSzPts val="2000"/>
              <a:buNone/>
              <a:defRPr sz="2000">
                <a:solidFill>
                  <a:srgbClr val="FEFEFE"/>
                </a:solidFill>
              </a:defRPr>
            </a:lvl1pPr>
            <a:lvl2pPr lvl="1" algn="ctr">
              <a:lnSpc>
                <a:spcPct val="100000"/>
              </a:lnSpc>
              <a:spcBef>
                <a:spcPts val="1000"/>
              </a:spcBef>
              <a:spcAft>
                <a:spcPts val="0"/>
              </a:spcAft>
              <a:buSzPts val="2000"/>
              <a:buNone/>
              <a:defRPr sz="20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a:endParaRPr/>
          </a:p>
        </p:txBody>
      </p:sp>
      <p:sp>
        <p:nvSpPr>
          <p:cNvPr id="19" name="Google Shape;19;p29"/>
          <p:cNvSpPr txBox="1">
            <a:spLocks noGrp="1"/>
          </p:cNvSpPr>
          <p:nvPr>
            <p:ph type="dt" idx="10"/>
          </p:nvPr>
        </p:nvSpPr>
        <p:spPr>
          <a:xfrm>
            <a:off x="7821612" y="6238875"/>
            <a:ext cx="2754312" cy="32385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9"/>
          <p:cNvSpPr txBox="1">
            <a:spLocks noGrp="1"/>
          </p:cNvSpPr>
          <p:nvPr>
            <p:ph type="ftr" idx="11"/>
          </p:nvPr>
        </p:nvSpPr>
        <p:spPr>
          <a:xfrm>
            <a:off x="1600200" y="6235700"/>
            <a:ext cx="5900737" cy="3206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9"/>
          <p:cNvSpPr>
            <a:spLocks noGrp="1"/>
          </p:cNvSpPr>
          <p:nvPr>
            <p:ph type="sldNum" idx="12"/>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lvl1pPr marL="0" marR="0" lvl="0"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
        <p:cNvGrpSpPr/>
        <p:nvPr/>
      </p:nvGrpSpPr>
      <p:grpSpPr>
        <a:xfrm>
          <a:off x="0" y="0"/>
          <a:ext cx="0" cy="0"/>
          <a:chOff x="0" y="0"/>
          <a:chExt cx="0" cy="0"/>
        </a:xfrm>
      </p:grpSpPr>
      <p:sp>
        <p:nvSpPr>
          <p:cNvPr id="30" name="Google Shape;30;p31"/>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31"/>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32" name="Google Shape;32;p31"/>
          <p:cNvSpPr txBox="1">
            <a:spLocks noGrp="1"/>
          </p:cNvSpPr>
          <p:nvPr>
            <p:ph type="dt" idx="10"/>
          </p:nvPr>
        </p:nvSpPr>
        <p:spPr>
          <a:xfrm>
            <a:off x="7821612" y="6238875"/>
            <a:ext cx="2754312" cy="32385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31"/>
          <p:cNvSpPr txBox="1">
            <a:spLocks noGrp="1"/>
          </p:cNvSpPr>
          <p:nvPr>
            <p:ph type="ftr" idx="11"/>
          </p:nvPr>
        </p:nvSpPr>
        <p:spPr>
          <a:xfrm>
            <a:off x="1600200" y="6235700"/>
            <a:ext cx="5900737" cy="3206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1"/>
          <p:cNvSpPr>
            <a:spLocks noGrp="1"/>
          </p:cNvSpPr>
          <p:nvPr>
            <p:ph type="sldNum" idx="12"/>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lvl1pPr marL="0" marR="0" lvl="0"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7"/>
        <p:cNvGrpSpPr/>
        <p:nvPr/>
      </p:nvGrpSpPr>
      <p:grpSpPr>
        <a:xfrm>
          <a:off x="0" y="0"/>
          <a:ext cx="0" cy="0"/>
          <a:chOff x="0" y="0"/>
          <a:chExt cx="0" cy="0"/>
        </a:xfrm>
      </p:grpSpPr>
      <p:sp>
        <p:nvSpPr>
          <p:cNvPr id="48" name="Google Shape;48;p34"/>
          <p:cNvSpPr txBox="1">
            <a:spLocks noGrp="1"/>
          </p:cNvSpPr>
          <p:nvPr>
            <p:ph type="title"/>
          </p:nvPr>
        </p:nvSpPr>
        <p:spPr>
          <a:xfrm rot="5400000">
            <a:off x="6810676" y="2779696"/>
            <a:ext cx="4983480" cy="1298608"/>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34"/>
          <p:cNvSpPr txBox="1">
            <a:spLocks noGrp="1"/>
          </p:cNvSpPr>
          <p:nvPr>
            <p:ph type="body" idx="1"/>
          </p:nvPr>
        </p:nvSpPr>
        <p:spPr>
          <a:xfrm rot="5400000">
            <a:off x="2838641" y="329756"/>
            <a:ext cx="4983480" cy="6198489"/>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50" name="Google Shape;50;p34"/>
          <p:cNvSpPr txBox="1">
            <a:spLocks noGrp="1"/>
          </p:cNvSpPr>
          <p:nvPr>
            <p:ph type="dt" idx="10"/>
          </p:nvPr>
        </p:nvSpPr>
        <p:spPr>
          <a:xfrm>
            <a:off x="7821612" y="6238875"/>
            <a:ext cx="2754312" cy="32385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4"/>
          <p:cNvSpPr txBox="1">
            <a:spLocks noGrp="1"/>
          </p:cNvSpPr>
          <p:nvPr>
            <p:ph type="ftr" idx="11"/>
          </p:nvPr>
        </p:nvSpPr>
        <p:spPr>
          <a:xfrm>
            <a:off x="1600200" y="6235700"/>
            <a:ext cx="5900737" cy="3206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34"/>
          <p:cNvSpPr>
            <a:spLocks noGrp="1"/>
          </p:cNvSpPr>
          <p:nvPr>
            <p:ph type="sldNum" idx="12"/>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lvl1pPr marL="0" marR="0" lvl="0"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3"/>
        <p:cNvGrpSpPr/>
        <p:nvPr/>
      </p:nvGrpSpPr>
      <p:grpSpPr>
        <a:xfrm>
          <a:off x="0" y="0"/>
          <a:ext cx="0" cy="0"/>
          <a:chOff x="0" y="0"/>
          <a:chExt cx="0" cy="0"/>
        </a:xfrm>
      </p:grpSpPr>
      <p:sp>
        <p:nvSpPr>
          <p:cNvPr id="54" name="Google Shape;54;p35"/>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35"/>
          <p:cNvSpPr txBox="1">
            <a:spLocks noGrp="1"/>
          </p:cNvSpPr>
          <p:nvPr>
            <p:ph type="body" idx="1"/>
          </p:nvPr>
        </p:nvSpPr>
        <p:spPr>
          <a:xfrm rot="5400000">
            <a:off x="4545009" y="324172"/>
            <a:ext cx="3101983" cy="7729728"/>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56" name="Google Shape;56;p35"/>
          <p:cNvSpPr txBox="1">
            <a:spLocks noGrp="1"/>
          </p:cNvSpPr>
          <p:nvPr>
            <p:ph type="dt" idx="10"/>
          </p:nvPr>
        </p:nvSpPr>
        <p:spPr>
          <a:xfrm>
            <a:off x="7821612" y="6238875"/>
            <a:ext cx="2754312" cy="32385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5"/>
          <p:cNvSpPr txBox="1">
            <a:spLocks noGrp="1"/>
          </p:cNvSpPr>
          <p:nvPr>
            <p:ph type="ftr" idx="11"/>
          </p:nvPr>
        </p:nvSpPr>
        <p:spPr>
          <a:xfrm>
            <a:off x="1600200" y="6235700"/>
            <a:ext cx="5900737" cy="3206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35"/>
          <p:cNvSpPr>
            <a:spLocks noGrp="1"/>
          </p:cNvSpPr>
          <p:nvPr>
            <p:ph type="sldNum" idx="12"/>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lvl1pPr marL="0" marR="0" lvl="0"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9"/>
        <p:cNvGrpSpPr/>
        <p:nvPr/>
      </p:nvGrpSpPr>
      <p:grpSpPr>
        <a:xfrm>
          <a:off x="0" y="0"/>
          <a:ext cx="0" cy="0"/>
          <a:chOff x="0" y="0"/>
          <a:chExt cx="0" cy="0"/>
        </a:xfrm>
      </p:grpSpPr>
      <p:sp>
        <p:nvSpPr>
          <p:cNvPr id="60" name="Google Shape;60;p36"/>
          <p:cNvSpPr txBox="1">
            <a:spLocks noGrp="1"/>
          </p:cNvSpPr>
          <p:nvPr>
            <p:ph type="dt" idx="10"/>
          </p:nvPr>
        </p:nvSpPr>
        <p:spPr>
          <a:xfrm>
            <a:off x="7821612" y="6238875"/>
            <a:ext cx="2754312" cy="32385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6"/>
          <p:cNvSpPr txBox="1">
            <a:spLocks noGrp="1"/>
          </p:cNvSpPr>
          <p:nvPr>
            <p:ph type="ftr" idx="11"/>
          </p:nvPr>
        </p:nvSpPr>
        <p:spPr>
          <a:xfrm>
            <a:off x="1600200" y="6235700"/>
            <a:ext cx="5900737" cy="3206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36"/>
          <p:cNvSpPr>
            <a:spLocks noGrp="1"/>
          </p:cNvSpPr>
          <p:nvPr>
            <p:ph type="sldNum" idx="12"/>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lvl1pPr marL="0" marR="0" lvl="0"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3"/>
        <p:cNvGrpSpPr/>
        <p:nvPr/>
      </p:nvGrpSpPr>
      <p:grpSpPr>
        <a:xfrm>
          <a:off x="0" y="0"/>
          <a:ext cx="0" cy="0"/>
          <a:chOff x="0" y="0"/>
          <a:chExt cx="0" cy="0"/>
        </a:xfrm>
      </p:grpSpPr>
      <p:sp>
        <p:nvSpPr>
          <p:cNvPr id="64" name="Google Shape;64;p37"/>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37"/>
          <p:cNvSpPr txBox="1">
            <a:spLocks noGrp="1"/>
          </p:cNvSpPr>
          <p:nvPr>
            <p:ph type="dt" idx="10"/>
          </p:nvPr>
        </p:nvSpPr>
        <p:spPr>
          <a:xfrm>
            <a:off x="7821612" y="6238875"/>
            <a:ext cx="2754312" cy="32385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7"/>
          <p:cNvSpPr txBox="1">
            <a:spLocks noGrp="1"/>
          </p:cNvSpPr>
          <p:nvPr>
            <p:ph type="ftr" idx="11"/>
          </p:nvPr>
        </p:nvSpPr>
        <p:spPr>
          <a:xfrm>
            <a:off x="1600200" y="6235700"/>
            <a:ext cx="5900737" cy="3206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7"/>
          <p:cNvSpPr>
            <a:spLocks noGrp="1"/>
          </p:cNvSpPr>
          <p:nvPr>
            <p:ph type="sldNum" idx="12"/>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lvl1pPr marL="0" marR="0" lvl="0"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5"/>
        <p:cNvGrpSpPr/>
        <p:nvPr/>
      </p:nvGrpSpPr>
      <p:grpSpPr>
        <a:xfrm>
          <a:off x="0" y="0"/>
          <a:ext cx="0" cy="0"/>
          <a:chOff x="0" y="0"/>
          <a:chExt cx="0" cy="0"/>
        </a:xfrm>
      </p:grpSpPr>
      <p:sp>
        <p:nvSpPr>
          <p:cNvPr id="76" name="Google Shape;76;p39"/>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9"/>
          <p:cNvSpPr txBox="1">
            <a:spLocks noGrp="1"/>
          </p:cNvSpPr>
          <p:nvPr>
            <p:ph type="body" idx="1"/>
          </p:nvPr>
        </p:nvSpPr>
        <p:spPr>
          <a:xfrm>
            <a:off x="1581912" y="2638044"/>
            <a:ext cx="4271771" cy="3101982"/>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78" name="Google Shape;78;p39"/>
          <p:cNvSpPr txBox="1">
            <a:spLocks noGrp="1"/>
          </p:cNvSpPr>
          <p:nvPr>
            <p:ph type="body" idx="2"/>
          </p:nvPr>
        </p:nvSpPr>
        <p:spPr>
          <a:xfrm>
            <a:off x="6338315" y="2638044"/>
            <a:ext cx="4270247" cy="3101982"/>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79" name="Google Shape;79;p39"/>
          <p:cNvSpPr txBox="1">
            <a:spLocks noGrp="1"/>
          </p:cNvSpPr>
          <p:nvPr>
            <p:ph type="dt" idx="10"/>
          </p:nvPr>
        </p:nvSpPr>
        <p:spPr>
          <a:xfrm>
            <a:off x="7821612" y="6238875"/>
            <a:ext cx="2754312" cy="32385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39"/>
          <p:cNvSpPr txBox="1">
            <a:spLocks noGrp="1"/>
          </p:cNvSpPr>
          <p:nvPr>
            <p:ph type="ftr" idx="11"/>
          </p:nvPr>
        </p:nvSpPr>
        <p:spPr>
          <a:xfrm>
            <a:off x="1600200" y="6235700"/>
            <a:ext cx="5900737" cy="3206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39"/>
          <p:cNvSpPr>
            <a:spLocks noGrp="1"/>
          </p:cNvSpPr>
          <p:nvPr>
            <p:ph type="sldNum" idx="12"/>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lvl1pPr marL="0" marR="0" lvl="0"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9"/>
        <p:cNvGrpSpPr/>
        <p:nvPr/>
      </p:nvGrpSpPr>
      <p:grpSpPr>
        <a:xfrm>
          <a:off x="0" y="0"/>
          <a:ext cx="0" cy="0"/>
          <a:chOff x="0" y="0"/>
          <a:chExt cx="0" cy="0"/>
        </a:xfrm>
      </p:grpSpPr>
      <p:sp>
        <p:nvSpPr>
          <p:cNvPr id="90" name="Google Shape;90;p41"/>
          <p:cNvSpPr txBox="1">
            <a:spLocks noGrp="1"/>
          </p:cNvSpPr>
          <p:nvPr>
            <p:ph type="body" idx="1"/>
          </p:nvPr>
        </p:nvSpPr>
        <p:spPr>
          <a:xfrm>
            <a:off x="1583436" y="2313433"/>
            <a:ext cx="4270248" cy="704087"/>
          </a:xfrm>
          <a:prstGeom prst="rect">
            <a:avLst/>
          </a:prstGeom>
          <a:noFill/>
          <a:ln>
            <a:noFill/>
          </a:ln>
        </p:spPr>
        <p:txBody>
          <a:bodyPr spcFirstLastPara="1" wrap="square" lIns="91425" tIns="45700" rIns="91425" bIns="45700" anchor="b" anchorCtr="1">
            <a:normAutofit/>
          </a:bodyPr>
          <a:lstStyle>
            <a:lvl1pPr marL="457200" lvl="0" indent="-228600" algn="ctr">
              <a:lnSpc>
                <a:spcPct val="100000"/>
              </a:lnSpc>
              <a:spcBef>
                <a:spcPts val="1000"/>
              </a:spcBef>
              <a:spcAft>
                <a:spcPts val="0"/>
              </a:spcAft>
              <a:buSzPts val="1900"/>
              <a:buNone/>
              <a:defRPr sz="1900" b="0" cap="none">
                <a:solidFill>
                  <a:srgbClr val="6B8890"/>
                </a:solidFill>
              </a:defRPr>
            </a:lvl1pPr>
            <a:lvl2pPr marL="914400" lvl="1" indent="-228600" algn="l">
              <a:lnSpc>
                <a:spcPct val="100000"/>
              </a:lnSpc>
              <a:spcBef>
                <a:spcPts val="1000"/>
              </a:spcBef>
              <a:spcAft>
                <a:spcPts val="0"/>
              </a:spcAft>
              <a:buSzPts val="1900"/>
              <a:buNone/>
              <a:defRPr sz="1900" b="1"/>
            </a:lvl2pPr>
            <a:lvl3pPr marL="1371600" lvl="2" indent="-228600" algn="l">
              <a:lnSpc>
                <a:spcPct val="100000"/>
              </a:lnSpc>
              <a:spcBef>
                <a:spcPts val="1000"/>
              </a:spcBef>
              <a:spcAft>
                <a:spcPts val="0"/>
              </a:spcAft>
              <a:buSzPts val="1800"/>
              <a:buNone/>
              <a:defRPr sz="1800" b="1"/>
            </a:lvl3pPr>
            <a:lvl4pPr marL="1828800" lvl="3" indent="-228600" algn="l">
              <a:lnSpc>
                <a:spcPct val="100000"/>
              </a:lnSpc>
              <a:spcBef>
                <a:spcPts val="1000"/>
              </a:spcBef>
              <a:spcAft>
                <a:spcPts val="0"/>
              </a:spcAft>
              <a:buSzPts val="1600"/>
              <a:buNone/>
              <a:defRPr sz="1600" b="1"/>
            </a:lvl4pPr>
            <a:lvl5pPr marL="2286000" lvl="4" indent="-228600" algn="l">
              <a:lnSpc>
                <a:spcPct val="100000"/>
              </a:lnSpc>
              <a:spcBef>
                <a:spcPts val="1000"/>
              </a:spcBef>
              <a:spcAft>
                <a:spcPts val="0"/>
              </a:spcAft>
              <a:buSzPts val="1600"/>
              <a:buNone/>
              <a:defRPr sz="1600" b="1"/>
            </a:lvl5pPr>
            <a:lvl6pPr marL="2743200" lvl="5" indent="-228600" algn="l">
              <a:lnSpc>
                <a:spcPct val="100000"/>
              </a:lnSpc>
              <a:spcBef>
                <a:spcPts val="1000"/>
              </a:spcBef>
              <a:spcAft>
                <a:spcPts val="0"/>
              </a:spcAft>
              <a:buSzPts val="1600"/>
              <a:buNone/>
              <a:defRPr sz="1600" b="1"/>
            </a:lvl6pPr>
            <a:lvl7pPr marL="3200400" lvl="6" indent="-228600" algn="l">
              <a:lnSpc>
                <a:spcPct val="100000"/>
              </a:lnSpc>
              <a:spcBef>
                <a:spcPts val="1000"/>
              </a:spcBef>
              <a:spcAft>
                <a:spcPts val="0"/>
              </a:spcAft>
              <a:buSzPts val="1600"/>
              <a:buNone/>
              <a:defRPr sz="1600" b="1"/>
            </a:lvl7pPr>
            <a:lvl8pPr marL="3657600" lvl="7" indent="-228600" algn="l">
              <a:lnSpc>
                <a:spcPct val="100000"/>
              </a:lnSpc>
              <a:spcBef>
                <a:spcPts val="1000"/>
              </a:spcBef>
              <a:spcAft>
                <a:spcPts val="0"/>
              </a:spcAft>
              <a:buSzPts val="1600"/>
              <a:buNone/>
              <a:defRPr sz="1600" b="1"/>
            </a:lvl8pPr>
            <a:lvl9pPr marL="4114800" lvl="8" indent="-228600" algn="l">
              <a:lnSpc>
                <a:spcPct val="100000"/>
              </a:lnSpc>
              <a:spcBef>
                <a:spcPts val="1000"/>
              </a:spcBef>
              <a:spcAft>
                <a:spcPts val="0"/>
              </a:spcAft>
              <a:buSzPts val="1600"/>
              <a:buNone/>
              <a:defRPr sz="1600" b="1"/>
            </a:lvl9pPr>
          </a:lstStyle>
          <a:p>
            <a:endParaRPr/>
          </a:p>
        </p:txBody>
      </p:sp>
      <p:sp>
        <p:nvSpPr>
          <p:cNvPr id="91" name="Google Shape;91;p41"/>
          <p:cNvSpPr txBox="1">
            <a:spLocks noGrp="1"/>
          </p:cNvSpPr>
          <p:nvPr>
            <p:ph type="body" idx="2"/>
          </p:nvPr>
        </p:nvSpPr>
        <p:spPr>
          <a:xfrm>
            <a:off x="1583436" y="3143250"/>
            <a:ext cx="4270248" cy="2596776"/>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92" name="Google Shape;92;p41"/>
          <p:cNvSpPr txBox="1">
            <a:spLocks noGrp="1"/>
          </p:cNvSpPr>
          <p:nvPr>
            <p:ph type="body" idx="3"/>
          </p:nvPr>
        </p:nvSpPr>
        <p:spPr>
          <a:xfrm>
            <a:off x="6338316" y="3143250"/>
            <a:ext cx="4253484" cy="2596776"/>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30200" algn="l">
              <a:lnSpc>
                <a:spcPct val="100000"/>
              </a:lnSpc>
              <a:spcBef>
                <a:spcPts val="1000"/>
              </a:spcBef>
              <a:spcAft>
                <a:spcPts val="0"/>
              </a:spcAft>
              <a:buSzPts val="16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93" name="Google Shape;93;p41"/>
          <p:cNvSpPr txBox="1">
            <a:spLocks noGrp="1"/>
          </p:cNvSpPr>
          <p:nvPr>
            <p:ph type="body" idx="4"/>
          </p:nvPr>
        </p:nvSpPr>
        <p:spPr>
          <a:xfrm>
            <a:off x="6338316" y="2313433"/>
            <a:ext cx="4270248" cy="704087"/>
          </a:xfrm>
          <a:prstGeom prst="rect">
            <a:avLst/>
          </a:prstGeom>
          <a:noFill/>
          <a:ln>
            <a:noFill/>
          </a:ln>
        </p:spPr>
        <p:txBody>
          <a:bodyPr spcFirstLastPara="1" wrap="square" lIns="91425" tIns="45700" rIns="91425" bIns="45700" anchor="b" anchorCtr="1">
            <a:normAutofit/>
          </a:bodyPr>
          <a:lstStyle>
            <a:lvl1pPr marL="457200" lvl="0" indent="-228600" algn="ctr">
              <a:lnSpc>
                <a:spcPct val="100000"/>
              </a:lnSpc>
              <a:spcBef>
                <a:spcPts val="1000"/>
              </a:spcBef>
              <a:spcAft>
                <a:spcPts val="0"/>
              </a:spcAft>
              <a:buSzPts val="1900"/>
              <a:buNone/>
              <a:defRPr sz="1900" b="0" cap="none">
                <a:solidFill>
                  <a:srgbClr val="6B8890"/>
                </a:solidFill>
              </a:defRPr>
            </a:lvl1pPr>
            <a:lvl2pPr marL="914400" lvl="1" indent="-228600" algn="l">
              <a:lnSpc>
                <a:spcPct val="100000"/>
              </a:lnSpc>
              <a:spcBef>
                <a:spcPts val="1000"/>
              </a:spcBef>
              <a:spcAft>
                <a:spcPts val="0"/>
              </a:spcAft>
              <a:buSzPts val="1900"/>
              <a:buNone/>
              <a:defRPr sz="1900" b="1"/>
            </a:lvl2pPr>
            <a:lvl3pPr marL="1371600" lvl="2" indent="-228600" algn="l">
              <a:lnSpc>
                <a:spcPct val="100000"/>
              </a:lnSpc>
              <a:spcBef>
                <a:spcPts val="1000"/>
              </a:spcBef>
              <a:spcAft>
                <a:spcPts val="0"/>
              </a:spcAft>
              <a:buSzPts val="1800"/>
              <a:buNone/>
              <a:defRPr sz="1800" b="1"/>
            </a:lvl3pPr>
            <a:lvl4pPr marL="1828800" lvl="3" indent="-228600" algn="l">
              <a:lnSpc>
                <a:spcPct val="100000"/>
              </a:lnSpc>
              <a:spcBef>
                <a:spcPts val="1000"/>
              </a:spcBef>
              <a:spcAft>
                <a:spcPts val="0"/>
              </a:spcAft>
              <a:buSzPts val="1600"/>
              <a:buNone/>
              <a:defRPr sz="1600" b="1"/>
            </a:lvl4pPr>
            <a:lvl5pPr marL="2286000" lvl="4" indent="-228600" algn="l">
              <a:lnSpc>
                <a:spcPct val="100000"/>
              </a:lnSpc>
              <a:spcBef>
                <a:spcPts val="1000"/>
              </a:spcBef>
              <a:spcAft>
                <a:spcPts val="0"/>
              </a:spcAft>
              <a:buSzPts val="1600"/>
              <a:buNone/>
              <a:defRPr sz="1600" b="1"/>
            </a:lvl5pPr>
            <a:lvl6pPr marL="2743200" lvl="5" indent="-228600" algn="l">
              <a:lnSpc>
                <a:spcPct val="100000"/>
              </a:lnSpc>
              <a:spcBef>
                <a:spcPts val="1000"/>
              </a:spcBef>
              <a:spcAft>
                <a:spcPts val="0"/>
              </a:spcAft>
              <a:buSzPts val="1600"/>
              <a:buNone/>
              <a:defRPr sz="1600" b="1"/>
            </a:lvl6pPr>
            <a:lvl7pPr marL="3200400" lvl="6" indent="-228600" algn="l">
              <a:lnSpc>
                <a:spcPct val="100000"/>
              </a:lnSpc>
              <a:spcBef>
                <a:spcPts val="1000"/>
              </a:spcBef>
              <a:spcAft>
                <a:spcPts val="0"/>
              </a:spcAft>
              <a:buSzPts val="1600"/>
              <a:buNone/>
              <a:defRPr sz="1600" b="1"/>
            </a:lvl7pPr>
            <a:lvl8pPr marL="3657600" lvl="7" indent="-228600" algn="l">
              <a:lnSpc>
                <a:spcPct val="100000"/>
              </a:lnSpc>
              <a:spcBef>
                <a:spcPts val="1000"/>
              </a:spcBef>
              <a:spcAft>
                <a:spcPts val="0"/>
              </a:spcAft>
              <a:buSzPts val="1600"/>
              <a:buNone/>
              <a:defRPr sz="1600" b="1"/>
            </a:lvl8pPr>
            <a:lvl9pPr marL="4114800" lvl="8" indent="-228600" algn="l">
              <a:lnSpc>
                <a:spcPct val="100000"/>
              </a:lnSpc>
              <a:spcBef>
                <a:spcPts val="1000"/>
              </a:spcBef>
              <a:spcAft>
                <a:spcPts val="0"/>
              </a:spcAft>
              <a:buSzPts val="1600"/>
              <a:buNone/>
              <a:defRPr sz="1600" b="1"/>
            </a:lvl9pPr>
          </a:lstStyle>
          <a:p>
            <a:endParaRPr/>
          </a:p>
        </p:txBody>
      </p:sp>
      <p:sp>
        <p:nvSpPr>
          <p:cNvPr id="94" name="Google Shape;94;p41"/>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41"/>
          <p:cNvSpPr txBox="1">
            <a:spLocks noGrp="1"/>
          </p:cNvSpPr>
          <p:nvPr>
            <p:ph type="dt" idx="10"/>
          </p:nvPr>
        </p:nvSpPr>
        <p:spPr>
          <a:xfrm>
            <a:off x="7821612" y="6238875"/>
            <a:ext cx="2754312" cy="32385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41"/>
          <p:cNvSpPr txBox="1">
            <a:spLocks noGrp="1"/>
          </p:cNvSpPr>
          <p:nvPr>
            <p:ph type="ftr" idx="11"/>
          </p:nvPr>
        </p:nvSpPr>
        <p:spPr>
          <a:xfrm>
            <a:off x="1600200" y="6235700"/>
            <a:ext cx="5900737" cy="3206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41"/>
          <p:cNvSpPr>
            <a:spLocks noGrp="1"/>
          </p:cNvSpPr>
          <p:nvPr>
            <p:ph type="sldNum" idx="12"/>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lvl1pPr marL="0" marR="0" lvl="0"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6"/>
        <p:cNvGrpSpPr/>
        <p:nvPr/>
      </p:nvGrpSpPr>
      <p:grpSpPr>
        <a:xfrm>
          <a:off x="0" y="0"/>
          <a:ext cx="0" cy="0"/>
          <a:chOff x="0" y="0"/>
          <a:chExt cx="0" cy="0"/>
        </a:xfrm>
      </p:grpSpPr>
      <p:sp>
        <p:nvSpPr>
          <p:cNvPr id="107" name="Google Shape;107;p43"/>
          <p:cNvSpPr txBox="1">
            <a:spLocks noGrp="1"/>
          </p:cNvSpPr>
          <p:nvPr>
            <p:ph type="title"/>
          </p:nvPr>
        </p:nvSpPr>
        <p:spPr>
          <a:xfrm>
            <a:off x="804672" y="2243828"/>
            <a:ext cx="4486656" cy="1141497"/>
          </a:xfrm>
          <a:prstGeom prst="rect">
            <a:avLst/>
          </a:prstGeom>
          <a:solidFill>
            <a:srgbClr val="FFFFFF"/>
          </a:solidFill>
          <a:ln w="9525" cap="flat" cmpd="sng">
            <a:solidFill>
              <a:srgbClr val="404040"/>
            </a:solidFill>
            <a:prstDash val="solid"/>
            <a:round/>
            <a:headEnd type="none" w="sm" len="sm"/>
            <a:tailEnd type="none" w="sm" len="sm"/>
          </a:ln>
        </p:spPr>
        <p:txBody>
          <a:bodyPr spcFirstLastPara="1" wrap="square" lIns="182875" tIns="182875" rIns="182875" bIns="182875" anchor="ctr" anchorCtr="1">
            <a:normAutofit/>
          </a:bodyPr>
          <a:lstStyle>
            <a:lvl1pPr lvl="0" algn="ctr">
              <a:lnSpc>
                <a:spcPct val="90000"/>
              </a:lnSpc>
              <a:spcBef>
                <a:spcPts val="0"/>
              </a:spcBef>
              <a:spcAft>
                <a:spcPts val="0"/>
              </a:spcAft>
              <a:buClr>
                <a:srgbClr val="262626"/>
              </a:buClr>
              <a:buSzPts val="2200"/>
              <a:buFont typeface="Bookman Old Style"/>
              <a:buNone/>
              <a:defRPr sz="22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8" name="Google Shape;108;p43"/>
          <p:cNvSpPr txBox="1">
            <a:spLocks noGrp="1"/>
          </p:cNvSpPr>
          <p:nvPr>
            <p:ph type="body" idx="1"/>
          </p:nvPr>
        </p:nvSpPr>
        <p:spPr>
          <a:xfrm>
            <a:off x="6736080" y="804672"/>
            <a:ext cx="4815840" cy="5248656"/>
          </a:xfrm>
          <a:prstGeom prst="rect">
            <a:avLst/>
          </a:prstGeom>
          <a:noFill/>
          <a:ln>
            <a:noFill/>
          </a:ln>
        </p:spPr>
        <p:txBody>
          <a:bodyPr spcFirstLastPara="1" wrap="square" lIns="91425" tIns="45700" rIns="91425" bIns="45700" anchor="t" anchorCtr="0">
            <a:normAutofit/>
          </a:bodyPr>
          <a:lstStyle>
            <a:lvl1pPr marL="457200" lvl="0" indent="-349250" algn="l">
              <a:lnSpc>
                <a:spcPct val="100000"/>
              </a:lnSpc>
              <a:spcBef>
                <a:spcPts val="1000"/>
              </a:spcBef>
              <a:spcAft>
                <a:spcPts val="0"/>
              </a:spcAft>
              <a:buSzPts val="1900"/>
              <a:buChar char="•"/>
              <a:defRPr sz="1900">
                <a:solidFill>
                  <a:schemeClr val="dk1"/>
                </a:solidFill>
              </a:defRPr>
            </a:lvl1pPr>
            <a:lvl2pPr marL="914400" lvl="1" indent="-330200" algn="l">
              <a:lnSpc>
                <a:spcPct val="100000"/>
              </a:lnSpc>
              <a:spcBef>
                <a:spcPts val="1000"/>
              </a:spcBef>
              <a:spcAft>
                <a:spcPts val="0"/>
              </a:spcAft>
              <a:buSzPts val="1600"/>
              <a:buChar char="•"/>
              <a:defRPr sz="1600">
                <a:solidFill>
                  <a:schemeClr val="dk1"/>
                </a:solidFill>
              </a:defRPr>
            </a:lvl2pPr>
            <a:lvl3pPr marL="1371600" lvl="2" indent="-330200" algn="l">
              <a:lnSpc>
                <a:spcPct val="100000"/>
              </a:lnSpc>
              <a:spcBef>
                <a:spcPts val="1000"/>
              </a:spcBef>
              <a:spcAft>
                <a:spcPts val="0"/>
              </a:spcAft>
              <a:buSzPts val="1600"/>
              <a:buChar char="•"/>
              <a:defRPr sz="1600">
                <a:solidFill>
                  <a:schemeClr val="dk1"/>
                </a:solidFill>
              </a:defRPr>
            </a:lvl3pPr>
            <a:lvl4pPr marL="1828800" lvl="3" indent="-330200" algn="l">
              <a:lnSpc>
                <a:spcPct val="100000"/>
              </a:lnSpc>
              <a:spcBef>
                <a:spcPts val="1000"/>
              </a:spcBef>
              <a:spcAft>
                <a:spcPts val="0"/>
              </a:spcAft>
              <a:buSzPts val="1600"/>
              <a:buChar char="•"/>
              <a:defRPr sz="1600">
                <a:solidFill>
                  <a:schemeClr val="dk1"/>
                </a:solidFill>
              </a:defRPr>
            </a:lvl4pPr>
            <a:lvl5pPr marL="2286000" lvl="4" indent="-330200" algn="l">
              <a:lnSpc>
                <a:spcPct val="100000"/>
              </a:lnSpc>
              <a:spcBef>
                <a:spcPts val="1000"/>
              </a:spcBef>
              <a:spcAft>
                <a:spcPts val="0"/>
              </a:spcAft>
              <a:buSzPts val="1600"/>
              <a:buChar char="•"/>
              <a:defRPr sz="1600">
                <a:solidFill>
                  <a:schemeClr val="dk1"/>
                </a:solidFill>
              </a:defRPr>
            </a:lvl5pPr>
            <a:lvl6pPr marL="2743200" lvl="5" indent="-330200" algn="l">
              <a:lnSpc>
                <a:spcPct val="100000"/>
              </a:lnSpc>
              <a:spcBef>
                <a:spcPts val="1000"/>
              </a:spcBef>
              <a:spcAft>
                <a:spcPts val="0"/>
              </a:spcAft>
              <a:buSzPts val="1600"/>
              <a:buChar char="•"/>
              <a:defRPr sz="1600"/>
            </a:lvl6pPr>
            <a:lvl7pPr marL="3200400" lvl="6" indent="-330200" algn="l">
              <a:lnSpc>
                <a:spcPct val="100000"/>
              </a:lnSpc>
              <a:spcBef>
                <a:spcPts val="1000"/>
              </a:spcBef>
              <a:spcAft>
                <a:spcPts val="0"/>
              </a:spcAft>
              <a:buSzPts val="1600"/>
              <a:buChar char="•"/>
              <a:defRPr sz="1600"/>
            </a:lvl7pPr>
            <a:lvl8pPr marL="3657600" lvl="7" indent="-330200" algn="l">
              <a:lnSpc>
                <a:spcPct val="100000"/>
              </a:lnSpc>
              <a:spcBef>
                <a:spcPts val="1000"/>
              </a:spcBef>
              <a:spcAft>
                <a:spcPts val="0"/>
              </a:spcAft>
              <a:buSzPts val="1600"/>
              <a:buChar char="•"/>
              <a:defRPr sz="1600"/>
            </a:lvl8pPr>
            <a:lvl9pPr marL="4114800" lvl="8" indent="-330200" algn="l">
              <a:lnSpc>
                <a:spcPct val="100000"/>
              </a:lnSpc>
              <a:spcBef>
                <a:spcPts val="1000"/>
              </a:spcBef>
              <a:spcAft>
                <a:spcPts val="0"/>
              </a:spcAft>
              <a:buSzPts val="1600"/>
              <a:buChar char="•"/>
              <a:defRPr sz="1600"/>
            </a:lvl9pPr>
          </a:lstStyle>
          <a:p>
            <a:endParaRPr/>
          </a:p>
        </p:txBody>
      </p:sp>
      <p:sp>
        <p:nvSpPr>
          <p:cNvPr id="109" name="Google Shape;109;p43"/>
          <p:cNvSpPr txBox="1">
            <a:spLocks noGrp="1"/>
          </p:cNvSpPr>
          <p:nvPr>
            <p:ph type="body" idx="2"/>
          </p:nvPr>
        </p:nvSpPr>
        <p:spPr>
          <a:xfrm>
            <a:off x="1115568" y="3549918"/>
            <a:ext cx="3794760" cy="2194036"/>
          </a:xfrm>
          <a:prstGeom prst="rect">
            <a:avLst/>
          </a:prstGeom>
          <a:noFill/>
          <a:ln>
            <a:noFill/>
          </a:ln>
        </p:spPr>
        <p:txBody>
          <a:bodyPr spcFirstLastPara="1" wrap="square" lIns="91425" tIns="45700" rIns="91425" bIns="45700" anchor="t" anchorCtr="1">
            <a:normAutofit/>
          </a:bodyPr>
          <a:lstStyle>
            <a:lvl1pPr marL="457200" lvl="0" indent="-228600" algn="ctr">
              <a:lnSpc>
                <a:spcPct val="100000"/>
              </a:lnSpc>
              <a:spcBef>
                <a:spcPts val="1000"/>
              </a:spcBef>
              <a:spcAft>
                <a:spcPts val="0"/>
              </a:spcAft>
              <a:buSzPts val="1500"/>
              <a:buNone/>
              <a:defRPr sz="1500">
                <a:solidFill>
                  <a:srgbClr val="FFFFFF"/>
                </a:solidFill>
              </a:defRPr>
            </a:lvl1pPr>
            <a:lvl2pPr marL="914400" lvl="1" indent="-228600" algn="l">
              <a:lnSpc>
                <a:spcPct val="100000"/>
              </a:lnSpc>
              <a:spcBef>
                <a:spcPts val="1000"/>
              </a:spcBef>
              <a:spcAft>
                <a:spcPts val="0"/>
              </a:spcAft>
              <a:buSzPts val="1400"/>
              <a:buNone/>
              <a:defRPr sz="1400"/>
            </a:lvl2pPr>
            <a:lvl3pPr marL="1371600" lvl="2" indent="-228600" algn="l">
              <a:lnSpc>
                <a:spcPct val="100000"/>
              </a:lnSpc>
              <a:spcBef>
                <a:spcPts val="1000"/>
              </a:spcBef>
              <a:spcAft>
                <a:spcPts val="0"/>
              </a:spcAft>
              <a:buSzPts val="1200"/>
              <a:buNone/>
              <a:defRPr sz="1200"/>
            </a:lvl3pPr>
            <a:lvl4pPr marL="1828800" lvl="3" indent="-228600" algn="l">
              <a:lnSpc>
                <a:spcPct val="100000"/>
              </a:lnSpc>
              <a:spcBef>
                <a:spcPts val="1000"/>
              </a:spcBef>
              <a:spcAft>
                <a:spcPts val="0"/>
              </a:spcAft>
              <a:buSzPts val="1000"/>
              <a:buNone/>
              <a:defRPr sz="1000"/>
            </a:lvl4pPr>
            <a:lvl5pPr marL="2286000" lvl="4" indent="-228600" algn="l">
              <a:lnSpc>
                <a:spcPct val="100000"/>
              </a:lnSpc>
              <a:spcBef>
                <a:spcPts val="1000"/>
              </a:spcBef>
              <a:spcAft>
                <a:spcPts val="0"/>
              </a:spcAft>
              <a:buSzPts val="1000"/>
              <a:buNone/>
              <a:defRPr sz="1000"/>
            </a:lvl5pPr>
            <a:lvl6pPr marL="2743200" lvl="5" indent="-228600" algn="l">
              <a:lnSpc>
                <a:spcPct val="100000"/>
              </a:lnSpc>
              <a:spcBef>
                <a:spcPts val="1000"/>
              </a:spcBef>
              <a:spcAft>
                <a:spcPts val="0"/>
              </a:spcAft>
              <a:buSzPts val="1000"/>
              <a:buNone/>
              <a:defRPr sz="1000"/>
            </a:lvl6pPr>
            <a:lvl7pPr marL="3200400" lvl="6" indent="-228600" algn="l">
              <a:lnSpc>
                <a:spcPct val="100000"/>
              </a:lnSpc>
              <a:spcBef>
                <a:spcPts val="1000"/>
              </a:spcBef>
              <a:spcAft>
                <a:spcPts val="0"/>
              </a:spcAft>
              <a:buSzPts val="1000"/>
              <a:buNone/>
              <a:defRPr sz="1000"/>
            </a:lvl7pPr>
            <a:lvl8pPr marL="3657600" lvl="7" indent="-228600" algn="l">
              <a:lnSpc>
                <a:spcPct val="100000"/>
              </a:lnSpc>
              <a:spcBef>
                <a:spcPts val="1000"/>
              </a:spcBef>
              <a:spcAft>
                <a:spcPts val="0"/>
              </a:spcAft>
              <a:buSzPts val="1000"/>
              <a:buNone/>
              <a:defRPr sz="1000"/>
            </a:lvl8pPr>
            <a:lvl9pPr marL="4114800" lvl="8" indent="-228600" algn="l">
              <a:lnSpc>
                <a:spcPct val="100000"/>
              </a:lnSpc>
              <a:spcBef>
                <a:spcPts val="1000"/>
              </a:spcBef>
              <a:spcAft>
                <a:spcPts val="0"/>
              </a:spcAft>
              <a:buSzPts val="1000"/>
              <a:buNone/>
              <a:defRPr sz="1000"/>
            </a:lvl9pPr>
          </a:lstStyle>
          <a:p>
            <a:endParaRPr/>
          </a:p>
        </p:txBody>
      </p:sp>
      <p:sp>
        <p:nvSpPr>
          <p:cNvPr id="110" name="Google Shape;110;p43"/>
          <p:cNvSpPr txBox="1">
            <a:spLocks noGrp="1"/>
          </p:cNvSpPr>
          <p:nvPr>
            <p:ph type="dt" idx="10"/>
          </p:nvPr>
        </p:nvSpPr>
        <p:spPr>
          <a:xfrm>
            <a:off x="7821612" y="6238875"/>
            <a:ext cx="2754312" cy="32385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43"/>
          <p:cNvSpPr txBox="1">
            <a:spLocks noGrp="1"/>
          </p:cNvSpPr>
          <p:nvPr>
            <p:ph type="ftr" idx="11"/>
          </p:nvPr>
        </p:nvSpPr>
        <p:spPr>
          <a:xfrm>
            <a:off x="804862" y="6235700"/>
            <a:ext cx="5124450" cy="3206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43"/>
          <p:cNvSpPr>
            <a:spLocks noGrp="1"/>
          </p:cNvSpPr>
          <p:nvPr>
            <p:ph type="sldNum" idx="12"/>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lvl1pPr marL="0" marR="0" lvl="0"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0"/>
        <p:cNvGrpSpPr/>
        <p:nvPr/>
      </p:nvGrpSpPr>
      <p:grpSpPr>
        <a:xfrm>
          <a:off x="0" y="0"/>
          <a:ext cx="0" cy="0"/>
          <a:chOff x="0" y="0"/>
          <a:chExt cx="0" cy="0"/>
        </a:xfrm>
      </p:grpSpPr>
      <p:sp>
        <p:nvSpPr>
          <p:cNvPr id="121" name="Google Shape;121;p45"/>
          <p:cNvSpPr txBox="1">
            <a:spLocks noGrp="1"/>
          </p:cNvSpPr>
          <p:nvPr>
            <p:ph type="ctrTitle"/>
          </p:nvPr>
        </p:nvSpPr>
        <p:spPr>
          <a:xfrm>
            <a:off x="1600200" y="2386744"/>
            <a:ext cx="8991600" cy="1645920"/>
          </a:xfrm>
          <a:prstGeom prst="rect">
            <a:avLst/>
          </a:prstGeom>
          <a:solidFill>
            <a:srgbClr val="FFFFFF"/>
          </a:solidFill>
          <a:ln w="38100" cap="flat" cmpd="sng">
            <a:solidFill>
              <a:srgbClr val="404040"/>
            </a:solidFill>
            <a:prstDash val="solid"/>
            <a:round/>
            <a:headEnd type="none" w="sm" len="sm"/>
            <a:tailEnd type="none" w="sm" len="sm"/>
          </a:ln>
        </p:spPr>
        <p:txBody>
          <a:bodyPr spcFirstLastPara="1" wrap="square" lIns="274300" tIns="182875" rIns="274300" bIns="182875" anchor="ctr" anchorCtr="1">
            <a:normAutofit/>
          </a:bodyPr>
          <a:lstStyle>
            <a:lvl1pPr lvl="0" algn="ctr">
              <a:lnSpc>
                <a:spcPct val="90000"/>
              </a:lnSpc>
              <a:spcBef>
                <a:spcPts val="0"/>
              </a:spcBef>
              <a:spcAft>
                <a:spcPts val="0"/>
              </a:spcAft>
              <a:buClr>
                <a:srgbClr val="262626"/>
              </a:buClr>
              <a:buSzPts val="3800"/>
              <a:buFont typeface="Bookman Old Style"/>
              <a:buNone/>
              <a:defRPr sz="38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2" name="Google Shape;122;p45"/>
          <p:cNvSpPr txBox="1">
            <a:spLocks noGrp="1"/>
          </p:cNvSpPr>
          <p:nvPr>
            <p:ph type="subTitle" idx="1"/>
          </p:nvPr>
        </p:nvSpPr>
        <p:spPr>
          <a:xfrm>
            <a:off x="2695194" y="4352544"/>
            <a:ext cx="6801612" cy="1239894"/>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1000"/>
              </a:spcBef>
              <a:spcAft>
                <a:spcPts val="0"/>
              </a:spcAft>
              <a:buSzPts val="2000"/>
              <a:buNone/>
              <a:defRPr sz="2000">
                <a:solidFill>
                  <a:srgbClr val="FEFEFE"/>
                </a:solidFill>
              </a:defRPr>
            </a:lvl1pPr>
            <a:lvl2pPr lvl="1" algn="ctr">
              <a:lnSpc>
                <a:spcPct val="100000"/>
              </a:lnSpc>
              <a:spcBef>
                <a:spcPts val="1000"/>
              </a:spcBef>
              <a:spcAft>
                <a:spcPts val="0"/>
              </a:spcAft>
              <a:buSzPts val="2000"/>
              <a:buNone/>
              <a:defRPr sz="20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a:endParaRPr/>
          </a:p>
        </p:txBody>
      </p:sp>
      <p:sp>
        <p:nvSpPr>
          <p:cNvPr id="123" name="Google Shape;123;p45"/>
          <p:cNvSpPr txBox="1">
            <a:spLocks noGrp="1"/>
          </p:cNvSpPr>
          <p:nvPr>
            <p:ph type="dt" idx="10"/>
          </p:nvPr>
        </p:nvSpPr>
        <p:spPr>
          <a:xfrm>
            <a:off x="7821612" y="6238875"/>
            <a:ext cx="2754312" cy="32385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4" name="Google Shape;124;p45"/>
          <p:cNvSpPr txBox="1">
            <a:spLocks noGrp="1"/>
          </p:cNvSpPr>
          <p:nvPr>
            <p:ph type="ftr" idx="11"/>
          </p:nvPr>
        </p:nvSpPr>
        <p:spPr>
          <a:xfrm>
            <a:off x="1600200" y="6235700"/>
            <a:ext cx="5900737" cy="3206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45"/>
          <p:cNvSpPr>
            <a:spLocks noGrp="1"/>
          </p:cNvSpPr>
          <p:nvPr>
            <p:ph type="sldNum" idx="12"/>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lvl1pPr marL="0" marR="0" lvl="0"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2"/>
        <p:cNvGrpSpPr/>
        <p:nvPr/>
      </p:nvGrpSpPr>
      <p:grpSpPr>
        <a:xfrm>
          <a:off x="0" y="0"/>
          <a:ext cx="0" cy="0"/>
          <a:chOff x="0" y="0"/>
          <a:chExt cx="0" cy="0"/>
        </a:xfrm>
      </p:grpSpPr>
      <p:sp>
        <p:nvSpPr>
          <p:cNvPr id="133" name="Google Shape;133;p47"/>
          <p:cNvSpPr txBox="1">
            <a:spLocks noGrp="1"/>
          </p:cNvSpPr>
          <p:nvPr>
            <p:ph type="title"/>
          </p:nvPr>
        </p:nvSpPr>
        <p:spPr>
          <a:xfrm>
            <a:off x="1600200" y="2386744"/>
            <a:ext cx="8991600" cy="1645920"/>
          </a:xfrm>
          <a:prstGeom prst="rect">
            <a:avLst/>
          </a:prstGeom>
          <a:solidFill>
            <a:srgbClr val="FFFFFF"/>
          </a:solidFill>
          <a:ln w="38100" cap="flat" cmpd="sng">
            <a:solidFill>
              <a:srgbClr val="404040"/>
            </a:solidFill>
            <a:prstDash val="solid"/>
            <a:round/>
            <a:headEnd type="none" w="sm" len="sm"/>
            <a:tailEnd type="none" w="sm" len="sm"/>
          </a:ln>
        </p:spPr>
        <p:txBody>
          <a:bodyPr spcFirstLastPara="1" wrap="square" lIns="274300" tIns="182875" rIns="274300" bIns="182875" anchor="ctr" anchorCtr="1">
            <a:normAutofit/>
          </a:bodyPr>
          <a:lstStyle>
            <a:lvl1pPr lvl="0" algn="ctr">
              <a:lnSpc>
                <a:spcPct val="90000"/>
              </a:lnSpc>
              <a:spcBef>
                <a:spcPts val="0"/>
              </a:spcBef>
              <a:spcAft>
                <a:spcPts val="0"/>
              </a:spcAft>
              <a:buClr>
                <a:srgbClr val="262626"/>
              </a:buClr>
              <a:buSzPts val="3800"/>
              <a:buFont typeface="Bookman Old Style"/>
              <a:buNone/>
              <a:defRPr sz="38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4" name="Google Shape;134;p47"/>
          <p:cNvSpPr txBox="1">
            <a:spLocks noGrp="1"/>
          </p:cNvSpPr>
          <p:nvPr>
            <p:ph type="body" idx="1"/>
          </p:nvPr>
        </p:nvSpPr>
        <p:spPr>
          <a:xfrm>
            <a:off x="2695194" y="4352465"/>
            <a:ext cx="6801612" cy="1265082"/>
          </a:xfrm>
          <a:prstGeom prst="rect">
            <a:avLst/>
          </a:prstGeom>
          <a:noFill/>
          <a:ln>
            <a:noFill/>
          </a:ln>
        </p:spPr>
        <p:txBody>
          <a:bodyPr spcFirstLastPara="1" wrap="square" lIns="91425" tIns="45700" rIns="91425" bIns="45700" anchor="t" anchorCtr="1">
            <a:normAutofit/>
          </a:bodyPr>
          <a:lstStyle>
            <a:lvl1pPr marL="457200" lvl="0" indent="-228600" algn="l">
              <a:lnSpc>
                <a:spcPct val="100000"/>
              </a:lnSpc>
              <a:spcBef>
                <a:spcPts val="1000"/>
              </a:spcBef>
              <a:spcAft>
                <a:spcPts val="0"/>
              </a:spcAft>
              <a:buSzPts val="2000"/>
              <a:buNone/>
              <a:defRPr sz="2000">
                <a:solidFill>
                  <a:schemeClr val="lt1"/>
                </a:solidFill>
              </a:defRPr>
            </a:lvl1pPr>
            <a:lvl2pPr marL="914400" lvl="1" indent="-228600" algn="l">
              <a:lnSpc>
                <a:spcPct val="100000"/>
              </a:lnSpc>
              <a:spcBef>
                <a:spcPts val="1000"/>
              </a:spcBef>
              <a:spcAft>
                <a:spcPts val="0"/>
              </a:spcAft>
              <a:buSzPts val="2000"/>
              <a:buNone/>
              <a:defRPr sz="2000">
                <a:solidFill>
                  <a:schemeClr val="lt1"/>
                </a:solidFill>
              </a:defRPr>
            </a:lvl2pPr>
            <a:lvl3pPr marL="1371600" lvl="2" indent="-228600" algn="l">
              <a:lnSpc>
                <a:spcPct val="100000"/>
              </a:lnSpc>
              <a:spcBef>
                <a:spcPts val="1000"/>
              </a:spcBef>
              <a:spcAft>
                <a:spcPts val="0"/>
              </a:spcAft>
              <a:buSzPts val="1800"/>
              <a:buNone/>
              <a:defRPr sz="1800">
                <a:solidFill>
                  <a:schemeClr val="lt1"/>
                </a:solidFill>
              </a:defRPr>
            </a:lvl3pPr>
            <a:lvl4pPr marL="1828800" lvl="3" indent="-228600" algn="l">
              <a:lnSpc>
                <a:spcPct val="100000"/>
              </a:lnSpc>
              <a:spcBef>
                <a:spcPts val="1000"/>
              </a:spcBef>
              <a:spcAft>
                <a:spcPts val="0"/>
              </a:spcAft>
              <a:buSzPts val="1600"/>
              <a:buNone/>
              <a:defRPr sz="1600">
                <a:solidFill>
                  <a:schemeClr val="lt1"/>
                </a:solidFill>
              </a:defRPr>
            </a:lvl4pPr>
            <a:lvl5pPr marL="2286000" lvl="4" indent="-228600" algn="l">
              <a:lnSpc>
                <a:spcPct val="100000"/>
              </a:lnSpc>
              <a:spcBef>
                <a:spcPts val="1000"/>
              </a:spcBef>
              <a:spcAft>
                <a:spcPts val="0"/>
              </a:spcAft>
              <a:buSzPts val="1600"/>
              <a:buNone/>
              <a:defRPr sz="1600">
                <a:solidFill>
                  <a:schemeClr val="lt1"/>
                </a:solidFill>
              </a:defRPr>
            </a:lvl5pPr>
            <a:lvl6pPr marL="2743200" lvl="5" indent="-228600" algn="l">
              <a:lnSpc>
                <a:spcPct val="100000"/>
              </a:lnSpc>
              <a:spcBef>
                <a:spcPts val="1000"/>
              </a:spcBef>
              <a:spcAft>
                <a:spcPts val="0"/>
              </a:spcAft>
              <a:buSzPts val="1600"/>
              <a:buNone/>
              <a:defRPr sz="1600">
                <a:solidFill>
                  <a:schemeClr val="lt1"/>
                </a:solidFill>
              </a:defRPr>
            </a:lvl6pPr>
            <a:lvl7pPr marL="3200400" lvl="6" indent="-228600" algn="l">
              <a:lnSpc>
                <a:spcPct val="100000"/>
              </a:lnSpc>
              <a:spcBef>
                <a:spcPts val="1000"/>
              </a:spcBef>
              <a:spcAft>
                <a:spcPts val="0"/>
              </a:spcAft>
              <a:buSzPts val="1600"/>
              <a:buNone/>
              <a:defRPr sz="1600">
                <a:solidFill>
                  <a:schemeClr val="lt1"/>
                </a:solidFill>
              </a:defRPr>
            </a:lvl7pPr>
            <a:lvl8pPr marL="3657600" lvl="7" indent="-228600" algn="l">
              <a:lnSpc>
                <a:spcPct val="100000"/>
              </a:lnSpc>
              <a:spcBef>
                <a:spcPts val="1000"/>
              </a:spcBef>
              <a:spcAft>
                <a:spcPts val="0"/>
              </a:spcAft>
              <a:buSzPts val="1600"/>
              <a:buNone/>
              <a:defRPr sz="1600">
                <a:solidFill>
                  <a:schemeClr val="lt1"/>
                </a:solidFill>
              </a:defRPr>
            </a:lvl8pPr>
            <a:lvl9pPr marL="4114800" lvl="8" indent="-228600" algn="l">
              <a:lnSpc>
                <a:spcPct val="100000"/>
              </a:lnSpc>
              <a:spcBef>
                <a:spcPts val="1000"/>
              </a:spcBef>
              <a:spcAft>
                <a:spcPts val="0"/>
              </a:spcAft>
              <a:buSzPts val="1600"/>
              <a:buNone/>
              <a:defRPr sz="1600">
                <a:solidFill>
                  <a:schemeClr val="lt1"/>
                </a:solidFill>
              </a:defRPr>
            </a:lvl9pPr>
          </a:lstStyle>
          <a:p>
            <a:endParaRPr/>
          </a:p>
        </p:txBody>
      </p:sp>
      <p:sp>
        <p:nvSpPr>
          <p:cNvPr id="135" name="Google Shape;135;p47"/>
          <p:cNvSpPr txBox="1">
            <a:spLocks noGrp="1"/>
          </p:cNvSpPr>
          <p:nvPr>
            <p:ph type="dt" idx="10"/>
          </p:nvPr>
        </p:nvSpPr>
        <p:spPr>
          <a:xfrm>
            <a:off x="7821612" y="6238875"/>
            <a:ext cx="2754312" cy="32385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47"/>
          <p:cNvSpPr txBox="1">
            <a:spLocks noGrp="1"/>
          </p:cNvSpPr>
          <p:nvPr>
            <p:ph type="ftr" idx="11"/>
          </p:nvPr>
        </p:nvSpPr>
        <p:spPr>
          <a:xfrm>
            <a:off x="1600200" y="6235700"/>
            <a:ext cx="5900737" cy="3206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7" name="Google Shape;137;p47"/>
          <p:cNvSpPr>
            <a:spLocks noGrp="1"/>
          </p:cNvSpPr>
          <p:nvPr>
            <p:ph type="sldNum" idx="12"/>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lvl1pPr marL="0" marR="0" lvl="0"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5"/>
        <p:cNvGrpSpPr/>
        <p:nvPr/>
      </p:nvGrpSpPr>
      <p:grpSpPr>
        <a:xfrm>
          <a:off x="0" y="0"/>
          <a:ext cx="0" cy="0"/>
          <a:chOff x="0" y="0"/>
          <a:chExt cx="0" cy="0"/>
        </a:xfrm>
      </p:grpSpPr>
      <p:sp>
        <p:nvSpPr>
          <p:cNvPr id="146" name="Google Shape;146;p49"/>
          <p:cNvSpPr txBox="1">
            <a:spLocks noGrp="1"/>
          </p:cNvSpPr>
          <p:nvPr>
            <p:ph type="title"/>
          </p:nvPr>
        </p:nvSpPr>
        <p:spPr>
          <a:xfrm>
            <a:off x="808523" y="2243828"/>
            <a:ext cx="4494998" cy="1134640"/>
          </a:xfrm>
          <a:prstGeom prst="rect">
            <a:avLst/>
          </a:prstGeom>
          <a:solidFill>
            <a:srgbClr val="FFFFFF"/>
          </a:solidFill>
          <a:ln w="9525" cap="flat" cmpd="sng">
            <a:solidFill>
              <a:srgbClr val="404040"/>
            </a:solidFill>
            <a:prstDash val="solid"/>
            <a:round/>
            <a:headEnd type="none" w="sm" len="sm"/>
            <a:tailEnd type="none" w="sm" len="sm"/>
          </a:ln>
        </p:spPr>
        <p:txBody>
          <a:bodyPr spcFirstLastPara="1" wrap="square" lIns="182875" tIns="182875" rIns="182875" bIns="182875" anchor="ctr" anchorCtr="1">
            <a:noAutofit/>
          </a:bodyPr>
          <a:lstStyle>
            <a:lvl1pPr lvl="0" algn="ctr">
              <a:lnSpc>
                <a:spcPct val="90000"/>
              </a:lnSpc>
              <a:spcBef>
                <a:spcPts val="0"/>
              </a:spcBef>
              <a:spcAft>
                <a:spcPts val="0"/>
              </a:spcAft>
              <a:buClr>
                <a:srgbClr val="262626"/>
              </a:buClr>
              <a:buSzPts val="2200"/>
              <a:buFont typeface="Bookman Old Style"/>
              <a:buNone/>
              <a:defRPr sz="22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7" name="Google Shape;147;p49"/>
          <p:cNvSpPr>
            <a:spLocks noGrp="1"/>
          </p:cNvSpPr>
          <p:nvPr>
            <p:ph type="pic" idx="2"/>
          </p:nvPr>
        </p:nvSpPr>
        <p:spPr>
          <a:xfrm>
            <a:off x="6095999" y="0"/>
            <a:ext cx="6102097" cy="6858000"/>
          </a:xfrm>
          <a:prstGeom prst="rect">
            <a:avLst/>
          </a:prstGeom>
          <a:solidFill>
            <a:srgbClr val="BFBFBF"/>
          </a:solidFill>
          <a:ln>
            <a:noFill/>
          </a:ln>
        </p:spPr>
      </p:sp>
      <p:sp>
        <p:nvSpPr>
          <p:cNvPr id="148" name="Google Shape;148;p49"/>
          <p:cNvSpPr txBox="1">
            <a:spLocks noGrp="1"/>
          </p:cNvSpPr>
          <p:nvPr>
            <p:ph type="body" idx="1"/>
          </p:nvPr>
        </p:nvSpPr>
        <p:spPr>
          <a:xfrm>
            <a:off x="1115568" y="3549918"/>
            <a:ext cx="3794760" cy="2194037"/>
          </a:xfrm>
          <a:prstGeom prst="rect">
            <a:avLst/>
          </a:prstGeom>
          <a:noFill/>
          <a:ln>
            <a:noFill/>
          </a:ln>
        </p:spPr>
        <p:txBody>
          <a:bodyPr spcFirstLastPara="1" wrap="square" lIns="91425" tIns="45700" rIns="91425" bIns="45700" anchor="t" anchorCtr="1">
            <a:normAutofit/>
          </a:bodyPr>
          <a:lstStyle>
            <a:lvl1pPr marL="457200" lvl="0" indent="-228600" algn="ctr">
              <a:lnSpc>
                <a:spcPct val="100000"/>
              </a:lnSpc>
              <a:spcBef>
                <a:spcPts val="1000"/>
              </a:spcBef>
              <a:spcAft>
                <a:spcPts val="0"/>
              </a:spcAft>
              <a:buSzPts val="1500"/>
              <a:buNone/>
              <a:defRPr sz="1500">
                <a:solidFill>
                  <a:srgbClr val="FFFFFF"/>
                </a:solidFill>
              </a:defRPr>
            </a:lvl1pPr>
            <a:lvl2pPr marL="914400" lvl="1" indent="-228600" algn="l">
              <a:lnSpc>
                <a:spcPct val="100000"/>
              </a:lnSpc>
              <a:spcBef>
                <a:spcPts val="1000"/>
              </a:spcBef>
              <a:spcAft>
                <a:spcPts val="0"/>
              </a:spcAft>
              <a:buSzPts val="1400"/>
              <a:buNone/>
              <a:defRPr sz="1400"/>
            </a:lvl2pPr>
            <a:lvl3pPr marL="1371600" lvl="2" indent="-228600" algn="l">
              <a:lnSpc>
                <a:spcPct val="100000"/>
              </a:lnSpc>
              <a:spcBef>
                <a:spcPts val="1000"/>
              </a:spcBef>
              <a:spcAft>
                <a:spcPts val="0"/>
              </a:spcAft>
              <a:buSzPts val="1200"/>
              <a:buNone/>
              <a:defRPr sz="1200"/>
            </a:lvl3pPr>
            <a:lvl4pPr marL="1828800" lvl="3" indent="-228600" algn="l">
              <a:lnSpc>
                <a:spcPct val="100000"/>
              </a:lnSpc>
              <a:spcBef>
                <a:spcPts val="1000"/>
              </a:spcBef>
              <a:spcAft>
                <a:spcPts val="0"/>
              </a:spcAft>
              <a:buSzPts val="1000"/>
              <a:buNone/>
              <a:defRPr sz="1000"/>
            </a:lvl4pPr>
            <a:lvl5pPr marL="2286000" lvl="4" indent="-228600" algn="l">
              <a:lnSpc>
                <a:spcPct val="100000"/>
              </a:lnSpc>
              <a:spcBef>
                <a:spcPts val="1000"/>
              </a:spcBef>
              <a:spcAft>
                <a:spcPts val="0"/>
              </a:spcAft>
              <a:buSzPts val="1000"/>
              <a:buNone/>
              <a:defRPr sz="1000"/>
            </a:lvl5pPr>
            <a:lvl6pPr marL="2743200" lvl="5" indent="-228600" algn="l">
              <a:lnSpc>
                <a:spcPct val="100000"/>
              </a:lnSpc>
              <a:spcBef>
                <a:spcPts val="1000"/>
              </a:spcBef>
              <a:spcAft>
                <a:spcPts val="0"/>
              </a:spcAft>
              <a:buSzPts val="1000"/>
              <a:buNone/>
              <a:defRPr sz="1000"/>
            </a:lvl6pPr>
            <a:lvl7pPr marL="3200400" lvl="6" indent="-228600" algn="l">
              <a:lnSpc>
                <a:spcPct val="100000"/>
              </a:lnSpc>
              <a:spcBef>
                <a:spcPts val="1000"/>
              </a:spcBef>
              <a:spcAft>
                <a:spcPts val="0"/>
              </a:spcAft>
              <a:buSzPts val="1000"/>
              <a:buNone/>
              <a:defRPr sz="1000"/>
            </a:lvl7pPr>
            <a:lvl8pPr marL="3657600" lvl="7" indent="-228600" algn="l">
              <a:lnSpc>
                <a:spcPct val="100000"/>
              </a:lnSpc>
              <a:spcBef>
                <a:spcPts val="1000"/>
              </a:spcBef>
              <a:spcAft>
                <a:spcPts val="0"/>
              </a:spcAft>
              <a:buSzPts val="1000"/>
              <a:buNone/>
              <a:defRPr sz="1000"/>
            </a:lvl8pPr>
            <a:lvl9pPr marL="4114800" lvl="8" indent="-228600" algn="l">
              <a:lnSpc>
                <a:spcPct val="100000"/>
              </a:lnSpc>
              <a:spcBef>
                <a:spcPts val="1000"/>
              </a:spcBef>
              <a:spcAft>
                <a:spcPts val="0"/>
              </a:spcAft>
              <a:buSzPts val="1000"/>
              <a:buNone/>
              <a:defRPr sz="1000"/>
            </a:lvl9pPr>
          </a:lstStyle>
          <a:p>
            <a:endParaRPr/>
          </a:p>
        </p:txBody>
      </p:sp>
      <p:sp>
        <p:nvSpPr>
          <p:cNvPr id="149" name="Google Shape;149;p49"/>
          <p:cNvSpPr txBox="1">
            <a:spLocks noGrp="1"/>
          </p:cNvSpPr>
          <p:nvPr>
            <p:ph type="dt" idx="10"/>
          </p:nvPr>
        </p:nvSpPr>
        <p:spPr>
          <a:xfrm>
            <a:off x="7821612" y="6238875"/>
            <a:ext cx="2754312" cy="32385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0" name="Google Shape;150;p49"/>
          <p:cNvSpPr txBox="1">
            <a:spLocks noGrp="1"/>
          </p:cNvSpPr>
          <p:nvPr>
            <p:ph type="ftr" idx="11"/>
          </p:nvPr>
        </p:nvSpPr>
        <p:spPr>
          <a:xfrm>
            <a:off x="804862" y="6235700"/>
            <a:ext cx="5124450" cy="3206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1" name="Google Shape;151;p49"/>
          <p:cNvSpPr>
            <a:spLocks noGrp="1"/>
          </p:cNvSpPr>
          <p:nvPr>
            <p:ph type="sldNum" idx="12"/>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lvl1pPr marL="0" marR="0" lvl="0"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theme" Target="../theme/theme4.xml"/><Relationship Id="rId4" Type="http://schemas.openxmlformats.org/officeDocument/2006/relationships/slideLayout" Target="../slideLayouts/slideLayout6.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5.xml"/><Relationship Id="rId1" Type="http://schemas.openxmlformats.org/officeDocument/2006/relationships/slideLayout" Target="../slideLayouts/slideLayout7.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6.xml"/><Relationship Id="rId1" Type="http://schemas.openxmlformats.org/officeDocument/2006/relationships/slideLayout" Target="../slideLayouts/slideLayout8.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7.xml"/><Relationship Id="rId1" Type="http://schemas.openxmlformats.org/officeDocument/2006/relationships/slideLayout" Target="../slideLayouts/slideLayout9.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8.xml"/><Relationship Id="rId1" Type="http://schemas.openxmlformats.org/officeDocument/2006/relationships/slideLayout" Target="../slideLayouts/slideLayout10.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11.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9"/>
        <p:cNvGrpSpPr/>
        <p:nvPr/>
      </p:nvGrpSpPr>
      <p:grpSpPr>
        <a:xfrm>
          <a:off x="0" y="0"/>
          <a:ext cx="0" cy="0"/>
          <a:chOff x="0" y="0"/>
          <a:chExt cx="0" cy="0"/>
        </a:xfrm>
      </p:grpSpPr>
      <p:pic>
        <p:nvPicPr>
          <p:cNvPr id="10" name="Google Shape;10;p28"/>
          <p:cNvPicPr preferRelativeResize="0"/>
          <p:nvPr/>
        </p:nvPicPr>
        <p:blipFill rotWithShape="1">
          <a:blip r:embed="rId3">
            <a:alphaModFix/>
          </a:blip>
          <a:srcRect/>
          <a:stretch/>
        </p:blipFill>
        <p:spPr>
          <a:xfrm>
            <a:off x="10226675" y="0"/>
            <a:ext cx="1965325" cy="568325"/>
          </a:xfrm>
          <a:prstGeom prst="rect">
            <a:avLst/>
          </a:prstGeom>
          <a:noFill/>
          <a:ln>
            <a:noFill/>
          </a:ln>
        </p:spPr>
      </p:pic>
      <p:sp>
        <p:nvSpPr>
          <p:cNvPr id="11" name="Google Shape;11;p28"/>
          <p:cNvSpPr txBox="1">
            <a:spLocks noGrp="1"/>
          </p:cNvSpPr>
          <p:nvPr>
            <p:ph type="title"/>
          </p:nvPr>
        </p:nvSpPr>
        <p:spPr>
          <a:xfrm>
            <a:off x="2230437" y="965200"/>
            <a:ext cx="7731125" cy="118745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2" name="Google Shape;12;p28"/>
          <p:cNvSpPr txBox="1">
            <a:spLocks noGrp="1"/>
          </p:cNvSpPr>
          <p:nvPr>
            <p:ph type="body" idx="1"/>
          </p:nvPr>
        </p:nvSpPr>
        <p:spPr>
          <a:xfrm>
            <a:off x="2230437" y="2638425"/>
            <a:ext cx="7731125" cy="31019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 name="Google Shape;13;p28"/>
          <p:cNvSpPr txBox="1">
            <a:spLocks noGrp="1"/>
          </p:cNvSpPr>
          <p:nvPr>
            <p:ph type="dt" idx="10"/>
          </p:nvPr>
        </p:nvSpPr>
        <p:spPr>
          <a:xfrm>
            <a:off x="7821612" y="6238875"/>
            <a:ext cx="2754312" cy="32385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 name="Google Shape;14;p28"/>
          <p:cNvSpPr txBox="1">
            <a:spLocks noGrp="1"/>
          </p:cNvSpPr>
          <p:nvPr>
            <p:ph type="ftr" idx="11"/>
          </p:nvPr>
        </p:nvSpPr>
        <p:spPr>
          <a:xfrm>
            <a:off x="1600200" y="6235700"/>
            <a:ext cx="5900737" cy="32067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5" name="Google Shape;15;p28"/>
          <p:cNvSpPr>
            <a:spLocks noGrp="1"/>
          </p:cNvSpPr>
          <p:nvPr>
            <p:ph type="sldNum" idx="12"/>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lvl1pPr marL="0" marR="0" lvl="0"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22"/>
        <p:cNvGrpSpPr/>
        <p:nvPr/>
      </p:nvGrpSpPr>
      <p:grpSpPr>
        <a:xfrm>
          <a:off x="0" y="0"/>
          <a:ext cx="0" cy="0"/>
          <a:chOff x="0" y="0"/>
          <a:chExt cx="0" cy="0"/>
        </a:xfrm>
      </p:grpSpPr>
      <p:pic>
        <p:nvPicPr>
          <p:cNvPr id="23" name="Google Shape;23;p30"/>
          <p:cNvPicPr preferRelativeResize="0"/>
          <p:nvPr/>
        </p:nvPicPr>
        <p:blipFill rotWithShape="1">
          <a:blip r:embed="rId3">
            <a:alphaModFix/>
          </a:blip>
          <a:srcRect/>
          <a:stretch/>
        </p:blipFill>
        <p:spPr>
          <a:xfrm>
            <a:off x="10161587" y="0"/>
            <a:ext cx="1998662" cy="577850"/>
          </a:xfrm>
          <a:prstGeom prst="rect">
            <a:avLst/>
          </a:prstGeom>
          <a:noFill/>
          <a:ln>
            <a:noFill/>
          </a:ln>
        </p:spPr>
      </p:pic>
      <p:sp>
        <p:nvSpPr>
          <p:cNvPr id="24" name="Google Shape;24;p30"/>
          <p:cNvSpPr txBox="1">
            <a:spLocks noGrp="1"/>
          </p:cNvSpPr>
          <p:nvPr>
            <p:ph type="title"/>
          </p:nvPr>
        </p:nvSpPr>
        <p:spPr>
          <a:xfrm>
            <a:off x="2230437" y="965200"/>
            <a:ext cx="7731125" cy="118745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5" name="Google Shape;25;p30"/>
          <p:cNvSpPr txBox="1">
            <a:spLocks noGrp="1"/>
          </p:cNvSpPr>
          <p:nvPr>
            <p:ph type="body" idx="1"/>
          </p:nvPr>
        </p:nvSpPr>
        <p:spPr>
          <a:xfrm>
            <a:off x="2230437" y="2638425"/>
            <a:ext cx="7731125" cy="31019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6" name="Google Shape;26;p30"/>
          <p:cNvSpPr txBox="1">
            <a:spLocks noGrp="1"/>
          </p:cNvSpPr>
          <p:nvPr>
            <p:ph type="dt" idx="10"/>
          </p:nvPr>
        </p:nvSpPr>
        <p:spPr>
          <a:xfrm>
            <a:off x="7821612" y="6238875"/>
            <a:ext cx="2754312" cy="32385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7" name="Google Shape;27;p30"/>
          <p:cNvSpPr txBox="1">
            <a:spLocks noGrp="1"/>
          </p:cNvSpPr>
          <p:nvPr>
            <p:ph type="ftr" idx="11"/>
          </p:nvPr>
        </p:nvSpPr>
        <p:spPr>
          <a:xfrm>
            <a:off x="1600200" y="6235700"/>
            <a:ext cx="5900737" cy="32067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8" name="Google Shape;28;p30"/>
          <p:cNvSpPr>
            <a:spLocks noGrp="1"/>
          </p:cNvSpPr>
          <p:nvPr>
            <p:ph type="sldNum" idx="12"/>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lvl1pPr marL="0" marR="0" lvl="0"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5"/>
        <p:cNvGrpSpPr/>
        <p:nvPr/>
      </p:nvGrpSpPr>
      <p:grpSpPr>
        <a:xfrm>
          <a:off x="0" y="0"/>
          <a:ext cx="0" cy="0"/>
          <a:chOff x="0" y="0"/>
          <a:chExt cx="0" cy="0"/>
        </a:xfrm>
      </p:grpSpPr>
      <p:sp>
        <p:nvSpPr>
          <p:cNvPr id="36" name="Google Shape;36;p32"/>
          <p:cNvSpPr txBox="1">
            <a:spLocks noGrp="1"/>
          </p:cNvSpPr>
          <p:nvPr>
            <p:ph type="title"/>
          </p:nvPr>
        </p:nvSpPr>
        <p:spPr>
          <a:xfrm>
            <a:off x="2230437" y="965200"/>
            <a:ext cx="7731125" cy="118745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7" name="Google Shape;37;p32"/>
          <p:cNvSpPr txBox="1">
            <a:spLocks noGrp="1"/>
          </p:cNvSpPr>
          <p:nvPr>
            <p:ph type="body" idx="1"/>
          </p:nvPr>
        </p:nvSpPr>
        <p:spPr>
          <a:xfrm>
            <a:off x="2230437" y="2638425"/>
            <a:ext cx="7731125" cy="31019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8" name="Google Shape;38;p32"/>
          <p:cNvSpPr txBox="1">
            <a:spLocks noGrp="1"/>
          </p:cNvSpPr>
          <p:nvPr>
            <p:ph type="dt" idx="10"/>
          </p:nvPr>
        </p:nvSpPr>
        <p:spPr>
          <a:xfrm>
            <a:off x="7821612" y="6238875"/>
            <a:ext cx="2754312" cy="32385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9" name="Google Shape;39;p32"/>
          <p:cNvSpPr txBox="1">
            <a:spLocks noGrp="1"/>
          </p:cNvSpPr>
          <p:nvPr>
            <p:ph type="ftr" idx="11"/>
          </p:nvPr>
        </p:nvSpPr>
        <p:spPr>
          <a:xfrm>
            <a:off x="1600200" y="6235700"/>
            <a:ext cx="5900737" cy="32067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0" name="Google Shape;40;p32"/>
          <p:cNvSpPr>
            <a:spLocks noGrp="1"/>
          </p:cNvSpPr>
          <p:nvPr>
            <p:ph type="sldNum" idx="12"/>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lvl1pPr marL="0" marR="0" lvl="0"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41"/>
        <p:cNvGrpSpPr/>
        <p:nvPr/>
      </p:nvGrpSpPr>
      <p:grpSpPr>
        <a:xfrm>
          <a:off x="0" y="0"/>
          <a:ext cx="0" cy="0"/>
          <a:chOff x="0" y="0"/>
          <a:chExt cx="0" cy="0"/>
        </a:xfrm>
      </p:grpSpPr>
      <p:sp>
        <p:nvSpPr>
          <p:cNvPr id="42" name="Google Shape;42;p33"/>
          <p:cNvSpPr txBox="1">
            <a:spLocks noGrp="1"/>
          </p:cNvSpPr>
          <p:nvPr>
            <p:ph type="title"/>
          </p:nvPr>
        </p:nvSpPr>
        <p:spPr>
          <a:xfrm>
            <a:off x="2230437" y="965200"/>
            <a:ext cx="7731125" cy="118745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3" name="Google Shape;43;p33"/>
          <p:cNvSpPr txBox="1">
            <a:spLocks noGrp="1"/>
          </p:cNvSpPr>
          <p:nvPr>
            <p:ph type="body" idx="1"/>
          </p:nvPr>
        </p:nvSpPr>
        <p:spPr>
          <a:xfrm>
            <a:off x="2230437" y="2638425"/>
            <a:ext cx="7731125" cy="31019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4" name="Google Shape;44;p33"/>
          <p:cNvSpPr txBox="1">
            <a:spLocks noGrp="1"/>
          </p:cNvSpPr>
          <p:nvPr>
            <p:ph type="dt" idx="10"/>
          </p:nvPr>
        </p:nvSpPr>
        <p:spPr>
          <a:xfrm>
            <a:off x="7821612" y="6238875"/>
            <a:ext cx="2754312" cy="32385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5" name="Google Shape;45;p33"/>
          <p:cNvSpPr txBox="1">
            <a:spLocks noGrp="1"/>
          </p:cNvSpPr>
          <p:nvPr>
            <p:ph type="ftr" idx="11"/>
          </p:nvPr>
        </p:nvSpPr>
        <p:spPr>
          <a:xfrm>
            <a:off x="1600200" y="6235700"/>
            <a:ext cx="5900737" cy="32067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6" name="Google Shape;46;p33"/>
          <p:cNvSpPr>
            <a:spLocks noGrp="1"/>
          </p:cNvSpPr>
          <p:nvPr>
            <p:ph type="sldNum" idx="12"/>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lvl1pPr marL="0" marR="0" lvl="0"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68"/>
        <p:cNvGrpSpPr/>
        <p:nvPr/>
      </p:nvGrpSpPr>
      <p:grpSpPr>
        <a:xfrm>
          <a:off x="0" y="0"/>
          <a:ext cx="0" cy="0"/>
          <a:chOff x="0" y="0"/>
          <a:chExt cx="0" cy="0"/>
        </a:xfrm>
      </p:grpSpPr>
      <p:pic>
        <p:nvPicPr>
          <p:cNvPr id="69" name="Google Shape;69;p38"/>
          <p:cNvPicPr preferRelativeResize="0"/>
          <p:nvPr/>
        </p:nvPicPr>
        <p:blipFill rotWithShape="1">
          <a:blip r:embed="rId3">
            <a:alphaModFix/>
          </a:blip>
          <a:srcRect/>
          <a:stretch/>
        </p:blipFill>
        <p:spPr>
          <a:xfrm>
            <a:off x="10091737" y="0"/>
            <a:ext cx="2066925" cy="598487"/>
          </a:xfrm>
          <a:prstGeom prst="rect">
            <a:avLst/>
          </a:prstGeom>
          <a:noFill/>
          <a:ln>
            <a:noFill/>
          </a:ln>
        </p:spPr>
      </p:pic>
      <p:sp>
        <p:nvSpPr>
          <p:cNvPr id="70" name="Google Shape;70;p38"/>
          <p:cNvSpPr txBox="1">
            <a:spLocks noGrp="1"/>
          </p:cNvSpPr>
          <p:nvPr>
            <p:ph type="title"/>
          </p:nvPr>
        </p:nvSpPr>
        <p:spPr>
          <a:xfrm>
            <a:off x="2230437" y="965200"/>
            <a:ext cx="7731125" cy="118745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71" name="Google Shape;71;p38"/>
          <p:cNvSpPr txBox="1">
            <a:spLocks noGrp="1"/>
          </p:cNvSpPr>
          <p:nvPr>
            <p:ph type="body" idx="1"/>
          </p:nvPr>
        </p:nvSpPr>
        <p:spPr>
          <a:xfrm>
            <a:off x="2230437" y="2638425"/>
            <a:ext cx="7731125" cy="31019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72" name="Google Shape;72;p38"/>
          <p:cNvSpPr txBox="1">
            <a:spLocks noGrp="1"/>
          </p:cNvSpPr>
          <p:nvPr>
            <p:ph type="dt" idx="10"/>
          </p:nvPr>
        </p:nvSpPr>
        <p:spPr>
          <a:xfrm>
            <a:off x="7821612" y="6238875"/>
            <a:ext cx="2754312" cy="32385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73" name="Google Shape;73;p38"/>
          <p:cNvSpPr txBox="1">
            <a:spLocks noGrp="1"/>
          </p:cNvSpPr>
          <p:nvPr>
            <p:ph type="ftr" idx="11"/>
          </p:nvPr>
        </p:nvSpPr>
        <p:spPr>
          <a:xfrm>
            <a:off x="1600200" y="6235700"/>
            <a:ext cx="5900737" cy="32067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74" name="Google Shape;74;p38"/>
          <p:cNvSpPr>
            <a:spLocks noGrp="1"/>
          </p:cNvSpPr>
          <p:nvPr>
            <p:ph type="sldNum" idx="12"/>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lvl1pPr marL="0" marR="0" lvl="0"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82"/>
        <p:cNvGrpSpPr/>
        <p:nvPr/>
      </p:nvGrpSpPr>
      <p:grpSpPr>
        <a:xfrm>
          <a:off x="0" y="0"/>
          <a:ext cx="0" cy="0"/>
          <a:chOff x="0" y="0"/>
          <a:chExt cx="0" cy="0"/>
        </a:xfrm>
      </p:grpSpPr>
      <p:pic>
        <p:nvPicPr>
          <p:cNvPr id="83" name="Google Shape;83;p40"/>
          <p:cNvPicPr preferRelativeResize="0"/>
          <p:nvPr/>
        </p:nvPicPr>
        <p:blipFill rotWithShape="1">
          <a:blip r:embed="rId3">
            <a:alphaModFix/>
          </a:blip>
          <a:srcRect/>
          <a:stretch/>
        </p:blipFill>
        <p:spPr>
          <a:xfrm>
            <a:off x="10023475" y="0"/>
            <a:ext cx="2136775" cy="619125"/>
          </a:xfrm>
          <a:prstGeom prst="rect">
            <a:avLst/>
          </a:prstGeom>
          <a:noFill/>
          <a:ln>
            <a:noFill/>
          </a:ln>
        </p:spPr>
      </p:pic>
      <p:sp>
        <p:nvSpPr>
          <p:cNvPr id="84" name="Google Shape;84;p40"/>
          <p:cNvSpPr txBox="1">
            <a:spLocks noGrp="1"/>
          </p:cNvSpPr>
          <p:nvPr>
            <p:ph type="title"/>
          </p:nvPr>
        </p:nvSpPr>
        <p:spPr>
          <a:xfrm>
            <a:off x="2230437" y="965200"/>
            <a:ext cx="7731125" cy="118745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5" name="Google Shape;85;p40"/>
          <p:cNvSpPr txBox="1">
            <a:spLocks noGrp="1"/>
          </p:cNvSpPr>
          <p:nvPr>
            <p:ph type="body" idx="1"/>
          </p:nvPr>
        </p:nvSpPr>
        <p:spPr>
          <a:xfrm>
            <a:off x="2230437" y="2638425"/>
            <a:ext cx="7731125" cy="31019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6" name="Google Shape;86;p40"/>
          <p:cNvSpPr txBox="1">
            <a:spLocks noGrp="1"/>
          </p:cNvSpPr>
          <p:nvPr>
            <p:ph type="dt" idx="10"/>
          </p:nvPr>
        </p:nvSpPr>
        <p:spPr>
          <a:xfrm>
            <a:off x="7821612" y="6238875"/>
            <a:ext cx="2754312" cy="32385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7" name="Google Shape;87;p40"/>
          <p:cNvSpPr txBox="1">
            <a:spLocks noGrp="1"/>
          </p:cNvSpPr>
          <p:nvPr>
            <p:ph type="ftr" idx="11"/>
          </p:nvPr>
        </p:nvSpPr>
        <p:spPr>
          <a:xfrm>
            <a:off x="1600200" y="6235700"/>
            <a:ext cx="5900737" cy="32067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8" name="Google Shape;88;p40"/>
          <p:cNvSpPr>
            <a:spLocks noGrp="1"/>
          </p:cNvSpPr>
          <p:nvPr>
            <p:ph type="sldNum" idx="12"/>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lvl1pPr marL="0" marR="0" lvl="0"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98"/>
        <p:cNvGrpSpPr/>
        <p:nvPr/>
      </p:nvGrpSpPr>
      <p:grpSpPr>
        <a:xfrm>
          <a:off x="0" y="0"/>
          <a:ext cx="0" cy="0"/>
          <a:chOff x="0" y="0"/>
          <a:chExt cx="0" cy="0"/>
        </a:xfrm>
      </p:grpSpPr>
      <p:sp>
        <p:nvSpPr>
          <p:cNvPr id="99" name="Google Shape;99;p42"/>
          <p:cNvSpPr txBox="1"/>
          <p:nvPr/>
        </p:nvSpPr>
        <p:spPr>
          <a:xfrm>
            <a:off x="0" y="0"/>
            <a:ext cx="6096000" cy="68580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00" name="Google Shape;100;p42"/>
          <p:cNvPicPr preferRelativeResize="0"/>
          <p:nvPr/>
        </p:nvPicPr>
        <p:blipFill rotWithShape="1">
          <a:blip r:embed="rId3">
            <a:alphaModFix/>
          </a:blip>
          <a:srcRect/>
          <a:stretch/>
        </p:blipFill>
        <p:spPr>
          <a:xfrm>
            <a:off x="10020300" y="0"/>
            <a:ext cx="2139950" cy="619125"/>
          </a:xfrm>
          <a:prstGeom prst="rect">
            <a:avLst/>
          </a:prstGeom>
          <a:noFill/>
          <a:ln>
            <a:noFill/>
          </a:ln>
        </p:spPr>
      </p:pic>
      <p:sp>
        <p:nvSpPr>
          <p:cNvPr id="101" name="Google Shape;101;p42"/>
          <p:cNvSpPr txBox="1">
            <a:spLocks noGrp="1"/>
          </p:cNvSpPr>
          <p:nvPr>
            <p:ph type="title"/>
          </p:nvPr>
        </p:nvSpPr>
        <p:spPr>
          <a:xfrm>
            <a:off x="2230437" y="965200"/>
            <a:ext cx="7731125" cy="118745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2" name="Google Shape;102;p42"/>
          <p:cNvSpPr txBox="1">
            <a:spLocks noGrp="1"/>
          </p:cNvSpPr>
          <p:nvPr>
            <p:ph type="body" idx="1"/>
          </p:nvPr>
        </p:nvSpPr>
        <p:spPr>
          <a:xfrm>
            <a:off x="2230437" y="2638425"/>
            <a:ext cx="7731125" cy="31019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3" name="Google Shape;103;p42"/>
          <p:cNvSpPr txBox="1">
            <a:spLocks noGrp="1"/>
          </p:cNvSpPr>
          <p:nvPr>
            <p:ph type="dt" idx="10"/>
          </p:nvPr>
        </p:nvSpPr>
        <p:spPr>
          <a:xfrm>
            <a:off x="7821612" y="6238875"/>
            <a:ext cx="2754312" cy="32385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4" name="Google Shape;104;p42"/>
          <p:cNvSpPr txBox="1">
            <a:spLocks noGrp="1"/>
          </p:cNvSpPr>
          <p:nvPr>
            <p:ph type="ftr" idx="11"/>
          </p:nvPr>
        </p:nvSpPr>
        <p:spPr>
          <a:xfrm>
            <a:off x="804862" y="6235700"/>
            <a:ext cx="5124450" cy="32067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5" name="Google Shape;105;p42"/>
          <p:cNvSpPr>
            <a:spLocks noGrp="1"/>
          </p:cNvSpPr>
          <p:nvPr>
            <p:ph type="sldNum" idx="12"/>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lvl1pPr marL="0" marR="0" lvl="0"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3"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113"/>
        <p:cNvGrpSpPr/>
        <p:nvPr/>
      </p:nvGrpSpPr>
      <p:grpSpPr>
        <a:xfrm>
          <a:off x="0" y="0"/>
          <a:ext cx="0" cy="0"/>
          <a:chOff x="0" y="0"/>
          <a:chExt cx="0" cy="0"/>
        </a:xfrm>
      </p:grpSpPr>
      <p:pic>
        <p:nvPicPr>
          <p:cNvPr id="114" name="Google Shape;114;p44"/>
          <p:cNvPicPr preferRelativeResize="0"/>
          <p:nvPr/>
        </p:nvPicPr>
        <p:blipFill rotWithShape="1">
          <a:blip r:embed="rId3">
            <a:alphaModFix/>
          </a:blip>
          <a:srcRect/>
          <a:stretch/>
        </p:blipFill>
        <p:spPr>
          <a:xfrm>
            <a:off x="10226675" y="0"/>
            <a:ext cx="1965325" cy="568325"/>
          </a:xfrm>
          <a:prstGeom prst="rect">
            <a:avLst/>
          </a:prstGeom>
          <a:noFill/>
          <a:ln>
            <a:noFill/>
          </a:ln>
        </p:spPr>
      </p:pic>
      <p:sp>
        <p:nvSpPr>
          <p:cNvPr id="115" name="Google Shape;115;p44"/>
          <p:cNvSpPr txBox="1">
            <a:spLocks noGrp="1"/>
          </p:cNvSpPr>
          <p:nvPr>
            <p:ph type="title"/>
          </p:nvPr>
        </p:nvSpPr>
        <p:spPr>
          <a:xfrm>
            <a:off x="2230437" y="965200"/>
            <a:ext cx="7731125" cy="118745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6" name="Google Shape;116;p44"/>
          <p:cNvSpPr txBox="1">
            <a:spLocks noGrp="1"/>
          </p:cNvSpPr>
          <p:nvPr>
            <p:ph type="body" idx="1"/>
          </p:nvPr>
        </p:nvSpPr>
        <p:spPr>
          <a:xfrm>
            <a:off x="2230437" y="2638425"/>
            <a:ext cx="7731125" cy="31019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7" name="Google Shape;117;p44"/>
          <p:cNvSpPr txBox="1">
            <a:spLocks noGrp="1"/>
          </p:cNvSpPr>
          <p:nvPr>
            <p:ph type="dt" idx="10"/>
          </p:nvPr>
        </p:nvSpPr>
        <p:spPr>
          <a:xfrm>
            <a:off x="7821612" y="6238875"/>
            <a:ext cx="2754312" cy="32385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8" name="Google Shape;118;p44"/>
          <p:cNvSpPr txBox="1">
            <a:spLocks noGrp="1"/>
          </p:cNvSpPr>
          <p:nvPr>
            <p:ph type="ftr" idx="11"/>
          </p:nvPr>
        </p:nvSpPr>
        <p:spPr>
          <a:xfrm>
            <a:off x="1600200" y="6235700"/>
            <a:ext cx="5900737" cy="32067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9" name="Google Shape;119;p44"/>
          <p:cNvSpPr>
            <a:spLocks noGrp="1"/>
          </p:cNvSpPr>
          <p:nvPr>
            <p:ph type="sldNum" idx="12"/>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lvl1pPr marL="0" marR="0" lvl="0"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5"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126"/>
        <p:cNvGrpSpPr/>
        <p:nvPr/>
      </p:nvGrpSpPr>
      <p:grpSpPr>
        <a:xfrm>
          <a:off x="0" y="0"/>
          <a:ext cx="0" cy="0"/>
          <a:chOff x="0" y="0"/>
          <a:chExt cx="0" cy="0"/>
        </a:xfrm>
      </p:grpSpPr>
      <p:sp>
        <p:nvSpPr>
          <p:cNvPr id="127" name="Google Shape;127;p46"/>
          <p:cNvSpPr txBox="1">
            <a:spLocks noGrp="1"/>
          </p:cNvSpPr>
          <p:nvPr>
            <p:ph type="title"/>
          </p:nvPr>
        </p:nvSpPr>
        <p:spPr>
          <a:xfrm>
            <a:off x="2230437" y="965200"/>
            <a:ext cx="7731125" cy="118745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28" name="Google Shape;128;p46"/>
          <p:cNvSpPr txBox="1">
            <a:spLocks noGrp="1"/>
          </p:cNvSpPr>
          <p:nvPr>
            <p:ph type="body" idx="1"/>
          </p:nvPr>
        </p:nvSpPr>
        <p:spPr>
          <a:xfrm>
            <a:off x="2230437" y="2638425"/>
            <a:ext cx="7731125" cy="31019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29" name="Google Shape;129;p46"/>
          <p:cNvSpPr txBox="1">
            <a:spLocks noGrp="1"/>
          </p:cNvSpPr>
          <p:nvPr>
            <p:ph type="dt" idx="10"/>
          </p:nvPr>
        </p:nvSpPr>
        <p:spPr>
          <a:xfrm>
            <a:off x="7821612" y="6238875"/>
            <a:ext cx="2754312" cy="32385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0" name="Google Shape;130;p46"/>
          <p:cNvSpPr txBox="1">
            <a:spLocks noGrp="1"/>
          </p:cNvSpPr>
          <p:nvPr>
            <p:ph type="ftr" idx="11"/>
          </p:nvPr>
        </p:nvSpPr>
        <p:spPr>
          <a:xfrm>
            <a:off x="1600200" y="6235700"/>
            <a:ext cx="5900737" cy="32067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1" name="Google Shape;131;p46"/>
          <p:cNvSpPr>
            <a:spLocks noGrp="1"/>
          </p:cNvSpPr>
          <p:nvPr>
            <p:ph type="sldNum" idx="12"/>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lvl1pPr marL="0" marR="0" lvl="0"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7"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138"/>
        <p:cNvGrpSpPr/>
        <p:nvPr/>
      </p:nvGrpSpPr>
      <p:grpSpPr>
        <a:xfrm>
          <a:off x="0" y="0"/>
          <a:ext cx="0" cy="0"/>
          <a:chOff x="0" y="0"/>
          <a:chExt cx="0" cy="0"/>
        </a:xfrm>
      </p:grpSpPr>
      <p:sp>
        <p:nvSpPr>
          <p:cNvPr id="139" name="Google Shape;139;p48"/>
          <p:cNvSpPr txBox="1"/>
          <p:nvPr/>
        </p:nvSpPr>
        <p:spPr>
          <a:xfrm>
            <a:off x="0" y="0"/>
            <a:ext cx="6096000" cy="68580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 name="Google Shape;140;p48"/>
          <p:cNvSpPr txBox="1">
            <a:spLocks noGrp="1"/>
          </p:cNvSpPr>
          <p:nvPr>
            <p:ph type="title"/>
          </p:nvPr>
        </p:nvSpPr>
        <p:spPr>
          <a:xfrm>
            <a:off x="2230437" y="965200"/>
            <a:ext cx="7731125" cy="118745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1" name="Google Shape;141;p48"/>
          <p:cNvSpPr txBox="1">
            <a:spLocks noGrp="1"/>
          </p:cNvSpPr>
          <p:nvPr>
            <p:ph type="body" idx="1"/>
          </p:nvPr>
        </p:nvSpPr>
        <p:spPr>
          <a:xfrm>
            <a:off x="2230437" y="2638425"/>
            <a:ext cx="7731125" cy="31019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2" name="Google Shape;142;p48"/>
          <p:cNvSpPr txBox="1">
            <a:spLocks noGrp="1"/>
          </p:cNvSpPr>
          <p:nvPr>
            <p:ph type="dt" idx="10"/>
          </p:nvPr>
        </p:nvSpPr>
        <p:spPr>
          <a:xfrm>
            <a:off x="7821612" y="6238875"/>
            <a:ext cx="2754312" cy="32385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3" name="Google Shape;143;p48"/>
          <p:cNvSpPr txBox="1">
            <a:spLocks noGrp="1"/>
          </p:cNvSpPr>
          <p:nvPr>
            <p:ph type="ftr" idx="11"/>
          </p:nvPr>
        </p:nvSpPr>
        <p:spPr>
          <a:xfrm>
            <a:off x="804862" y="6235700"/>
            <a:ext cx="5124450" cy="32067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4" name="Google Shape;144;p48"/>
          <p:cNvSpPr>
            <a:spLocks noGrp="1"/>
          </p:cNvSpPr>
          <p:nvPr>
            <p:ph type="sldNum" idx="12"/>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lvl1pPr marL="0" marR="0" lvl="0"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rtl="0">
              <a:lnSpc>
                <a:spcPct val="100000"/>
              </a:lnSpc>
              <a:spcBef>
                <a:spcPts val="0"/>
              </a:spcBef>
              <a:spcAft>
                <a:spcPts val="0"/>
              </a:spcAft>
              <a:buClr>
                <a:srgbClr val="FFFFFF"/>
              </a:buClr>
              <a:buSzPts val="1100"/>
              <a:buFont typeface="Bookman Old Style"/>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
          <p:cNvSpPr txBox="1">
            <a:spLocks noGrp="1"/>
          </p:cNvSpPr>
          <p:nvPr>
            <p:ph type="ctrTitle"/>
          </p:nvPr>
        </p:nvSpPr>
        <p:spPr>
          <a:xfrm>
            <a:off x="1600200" y="2385997"/>
            <a:ext cx="8991600" cy="2042400"/>
          </a:xfrm>
          <a:prstGeom prst="rect">
            <a:avLst/>
          </a:prstGeom>
          <a:solidFill>
            <a:schemeClr val="lt1"/>
          </a:solidFill>
          <a:ln w="38100" cap="flat" cmpd="sng">
            <a:solidFill>
              <a:srgbClr val="000000"/>
            </a:solidFill>
            <a:prstDash val="solid"/>
            <a:round/>
            <a:headEnd type="none" w="sm" len="sm"/>
            <a:tailEnd type="none" w="sm" len="sm"/>
          </a:ln>
        </p:spPr>
        <p:txBody>
          <a:bodyPr spcFirstLastPara="1" wrap="square" lIns="274300" tIns="182875" rIns="274300" bIns="182875" anchor="ctr" anchorCtr="1">
            <a:noAutofit/>
          </a:bodyPr>
          <a:lstStyle/>
          <a:p>
            <a:pPr marL="0" lvl="0" indent="0" algn="ctr" rtl="0">
              <a:spcBef>
                <a:spcPts val="0"/>
              </a:spcBef>
              <a:spcAft>
                <a:spcPts val="0"/>
              </a:spcAft>
              <a:buClr>
                <a:srgbClr val="262626"/>
              </a:buClr>
              <a:buSzPts val="3800"/>
              <a:buFont typeface="Bookman Old Style"/>
              <a:buNone/>
            </a:pPr>
            <a:r>
              <a:rPr lang="en-US" dirty="0">
                <a:latin typeface="Bookman Old Style"/>
                <a:ea typeface="Bookman Old Style"/>
                <a:cs typeface="Bookman Old Style"/>
                <a:sym typeface="Bookman Old Style"/>
              </a:rPr>
              <a:t>1010043316</a:t>
            </a:r>
            <a:endParaRPr dirty="0">
              <a:latin typeface="Bookman Old Style"/>
              <a:ea typeface="Bookman Old Style"/>
              <a:cs typeface="Bookman Old Style"/>
              <a:sym typeface="Bookman Old Style"/>
            </a:endParaRPr>
          </a:p>
          <a:p>
            <a:pPr marL="0" lvl="0" indent="0" algn="ctr" rtl="0">
              <a:spcBef>
                <a:spcPts val="0"/>
              </a:spcBef>
              <a:spcAft>
                <a:spcPts val="0"/>
              </a:spcAft>
              <a:buClr>
                <a:srgbClr val="262626"/>
              </a:buClr>
              <a:buSzPts val="3800"/>
              <a:buFont typeface="Bookman Old Style"/>
              <a:buNone/>
            </a:pPr>
            <a:r>
              <a:rPr lang="en-US" dirty="0">
                <a:latin typeface="Bookman Old Style"/>
                <a:ea typeface="Bookman Old Style"/>
                <a:cs typeface="Bookman Old Style"/>
                <a:sym typeface="Bookman Old Style"/>
              </a:rPr>
              <a:t>Analysis and Design of Algorithms</a:t>
            </a:r>
            <a:endParaRPr dirty="0">
              <a:latin typeface="Bookman Old Style"/>
              <a:ea typeface="Bookman Old Style"/>
              <a:cs typeface="Bookman Old Style"/>
              <a:sym typeface="Bookman Old Style"/>
            </a:endParaRPr>
          </a:p>
          <a:p>
            <a:pPr marL="0" lvl="0" indent="0" algn="ctr" rtl="0">
              <a:lnSpc>
                <a:spcPct val="90000"/>
              </a:lnSpc>
              <a:spcBef>
                <a:spcPts val="0"/>
              </a:spcBef>
              <a:spcAft>
                <a:spcPts val="0"/>
              </a:spcAft>
              <a:buSzPts val="3800"/>
              <a:buNone/>
            </a:pPr>
            <a:r>
              <a:rPr lang="en-US">
                <a:latin typeface="Bookman Old Style"/>
                <a:ea typeface="Bookman Old Style"/>
                <a:cs typeface="Bookman Old Style"/>
                <a:sym typeface="Bookman Old Style"/>
              </a:rPr>
              <a:t>Unit </a:t>
            </a:r>
            <a:r>
              <a:rPr lang="en-US" smtClean="0">
                <a:latin typeface="Bookman Old Style"/>
                <a:ea typeface="Bookman Old Style"/>
                <a:cs typeface="Bookman Old Style"/>
                <a:sym typeface="Bookman Old Style"/>
              </a:rPr>
              <a:t>2: </a:t>
            </a:r>
            <a:r>
              <a:rPr lang="en-US">
                <a:latin typeface="Bookman Old Style"/>
                <a:ea typeface="Bookman Old Style"/>
                <a:cs typeface="Bookman Old Style"/>
                <a:sym typeface="Bookman Old Style"/>
              </a:rPr>
              <a:t>Divide-and-Conquer</a:t>
            </a:r>
            <a:endParaRPr>
              <a:latin typeface="Bookman Old Style"/>
              <a:ea typeface="Bookman Old Style"/>
              <a:cs typeface="Bookman Old Style"/>
              <a:sym typeface="Bookman Old Style"/>
            </a:endParaRPr>
          </a:p>
        </p:txBody>
      </p:sp>
      <p:sp>
        <p:nvSpPr>
          <p:cNvPr id="157" name="Google Shape;157;p1"/>
          <p:cNvSpPr txBox="1"/>
          <p:nvPr/>
        </p:nvSpPr>
        <p:spPr>
          <a:xfrm>
            <a:off x="4459800" y="5016150"/>
            <a:ext cx="3272400" cy="97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000" dirty="0">
                <a:solidFill>
                  <a:srgbClr val="FEFEFE"/>
                </a:solidFill>
                <a:latin typeface="Bookman Old Style"/>
                <a:ea typeface="Bookman Old Style"/>
                <a:cs typeface="Bookman Old Style"/>
                <a:sym typeface="Bookman Old Style"/>
              </a:rPr>
              <a:t>SEMESTER: </a:t>
            </a:r>
            <a:r>
              <a:rPr lang="en-US" sz="2000" dirty="0" smtClean="0">
                <a:solidFill>
                  <a:srgbClr val="FEFEFE"/>
                </a:solidFill>
                <a:latin typeface="Bookman Old Style"/>
                <a:ea typeface="Bookman Old Style"/>
                <a:cs typeface="Bookman Old Style"/>
                <a:sym typeface="Bookman Old Style"/>
              </a:rPr>
              <a:t>5</a:t>
            </a:r>
            <a:endParaRPr sz="2000" dirty="0">
              <a:solidFill>
                <a:srgbClr val="FEFEFE"/>
              </a:solidFill>
              <a:latin typeface="Bookman Old Style"/>
              <a:ea typeface="Bookman Old Style"/>
              <a:cs typeface="Bookman Old Style"/>
              <a:sym typeface="Bookman Old Styl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
          <p:cNvSpPr txBox="1">
            <a:spLocks noGrp="1"/>
          </p:cNvSpPr>
          <p:nvPr>
            <p:ph type="title"/>
          </p:nvPr>
        </p:nvSpPr>
        <p:spPr>
          <a:xfrm>
            <a:off x="2230437" y="965200"/>
            <a:ext cx="7731125" cy="1187450"/>
          </a:xfrm>
          <a:prstGeom prst="rect">
            <a:avLst/>
          </a:prstGeom>
          <a:solidFill>
            <a:srgbClr val="FFFFFF"/>
          </a:solidFill>
          <a:ln>
            <a:noFill/>
          </a:ln>
        </p:spPr>
        <p:txBody>
          <a:bodyPr spcFirstLastPara="1" wrap="square" lIns="182875" tIns="182875" rIns="182875" bIns="182875" anchor="ctr" anchorCtr="0">
            <a:noAutofit/>
          </a:bodyPr>
          <a:lstStyle/>
          <a:p>
            <a:pPr marL="0" lvl="0" indent="0" algn="ctr" rtl="0">
              <a:lnSpc>
                <a:spcPct val="90000"/>
              </a:lnSpc>
              <a:spcBef>
                <a:spcPts val="0"/>
              </a:spcBef>
              <a:spcAft>
                <a:spcPts val="0"/>
              </a:spcAft>
              <a:buSzPts val="1800"/>
              <a:buNone/>
            </a:pPr>
            <a:r>
              <a:rPr lang="en-US" sz="2800" b="0" i="0" u="none">
                <a:solidFill>
                  <a:srgbClr val="262626"/>
                </a:solidFill>
                <a:latin typeface="Bookman Old Style"/>
                <a:ea typeface="Bookman Old Style"/>
                <a:cs typeface="Bookman Old Style"/>
                <a:sym typeface="Bookman Old Style"/>
              </a:rPr>
              <a:t>CHAPTER 3 TOPIC </a:t>
            </a:r>
            <a:endParaRPr/>
          </a:p>
        </p:txBody>
      </p:sp>
      <p:sp>
        <p:nvSpPr>
          <p:cNvPr id="163" name="Google Shape;163;p2"/>
          <p:cNvSpPr txBox="1">
            <a:spLocks noGrp="1"/>
          </p:cNvSpPr>
          <p:nvPr>
            <p:ph type="body" idx="1"/>
          </p:nvPr>
        </p:nvSpPr>
        <p:spPr>
          <a:xfrm>
            <a:off x="2230437" y="2638425"/>
            <a:ext cx="7731125" cy="3101975"/>
          </a:xfrm>
          <a:prstGeom prst="rect">
            <a:avLst/>
          </a:prstGeom>
          <a:noFill/>
          <a:ln>
            <a:noFill/>
          </a:ln>
        </p:spPr>
        <p:txBody>
          <a:bodyPr spcFirstLastPara="1" wrap="square" lIns="91425" tIns="45700" rIns="91425" bIns="45700" anchor="t" anchorCtr="0">
            <a:normAutofit/>
          </a:bodyPr>
          <a:lstStyle/>
          <a:p>
            <a:pPr marL="228600" lvl="0" indent="-228600" algn="l" rtl="0">
              <a:lnSpc>
                <a:spcPct val="140000"/>
              </a:lnSpc>
              <a:spcBef>
                <a:spcPts val="0"/>
              </a:spcBef>
              <a:spcAft>
                <a:spcPts val="0"/>
              </a:spcAft>
              <a:buClr>
                <a:schemeClr val="accent2"/>
              </a:buClr>
              <a:buSzPts val="200"/>
              <a:buFont typeface="Arial"/>
              <a:buChar char="•"/>
            </a:pPr>
            <a:r>
              <a:rPr lang="en-US" sz="1700" b="0" i="0" u="none">
                <a:solidFill>
                  <a:srgbClr val="262626"/>
                </a:solidFill>
                <a:latin typeface="Bookman Old Style"/>
                <a:ea typeface="Bookman Old Style"/>
                <a:cs typeface="Bookman Old Style"/>
                <a:sym typeface="Bookman Old Style"/>
              </a:rPr>
              <a:t>What is divide and conquer?</a:t>
            </a:r>
            <a:endParaRPr/>
          </a:p>
          <a:p>
            <a:pPr marL="228600" lvl="0" indent="-228600" algn="l" rtl="0">
              <a:lnSpc>
                <a:spcPct val="140000"/>
              </a:lnSpc>
              <a:spcBef>
                <a:spcPts val="0"/>
              </a:spcBef>
              <a:spcAft>
                <a:spcPts val="0"/>
              </a:spcAft>
              <a:buClr>
                <a:schemeClr val="accent2"/>
              </a:buClr>
              <a:buSzPts val="200"/>
              <a:buFont typeface="Arial"/>
              <a:buChar char="•"/>
            </a:pPr>
            <a:r>
              <a:rPr lang="en-US" sz="1700" b="0" i="0" u="none">
                <a:solidFill>
                  <a:srgbClr val="262626"/>
                </a:solidFill>
                <a:latin typeface="Bookman Old Style"/>
                <a:ea typeface="Bookman Old Style"/>
                <a:cs typeface="Bookman Old Style"/>
                <a:sym typeface="Bookman Old Style"/>
              </a:rPr>
              <a:t>Divide-and-Conquer Examples</a:t>
            </a:r>
            <a:endParaRPr sz="2800" b="0" i="0" u="none">
              <a:solidFill>
                <a:srgbClr val="000000"/>
              </a:solidFill>
              <a:latin typeface="Bookman Old Style"/>
              <a:ea typeface="Bookman Old Style"/>
              <a:cs typeface="Bookman Old Style"/>
              <a:sym typeface="Bookman Old Style"/>
            </a:endParaRPr>
          </a:p>
          <a:p>
            <a:pPr marL="228600" lvl="0" indent="-228600" algn="l" rtl="0">
              <a:lnSpc>
                <a:spcPct val="140000"/>
              </a:lnSpc>
              <a:spcBef>
                <a:spcPts val="0"/>
              </a:spcBef>
              <a:spcAft>
                <a:spcPts val="0"/>
              </a:spcAft>
              <a:buClr>
                <a:schemeClr val="accent2"/>
              </a:buClr>
              <a:buSzPts val="200"/>
              <a:buFont typeface="Arial"/>
              <a:buChar char="•"/>
            </a:pPr>
            <a:r>
              <a:rPr lang="en-US" sz="1700" b="0" i="0" u="none">
                <a:solidFill>
                  <a:srgbClr val="262626"/>
                </a:solidFill>
                <a:latin typeface="Bookman Old Style"/>
                <a:ea typeface="Bookman Old Style"/>
                <a:cs typeface="Bookman Old Style"/>
                <a:sym typeface="Bookman Old Style"/>
              </a:rPr>
              <a:t>General Divide-and-Conquer Recurrence</a:t>
            </a:r>
            <a:endParaRPr/>
          </a:p>
          <a:p>
            <a:pPr marL="228600" lvl="0" indent="-228600" algn="l" rtl="0">
              <a:lnSpc>
                <a:spcPct val="140000"/>
              </a:lnSpc>
              <a:spcBef>
                <a:spcPts val="0"/>
              </a:spcBef>
              <a:spcAft>
                <a:spcPts val="0"/>
              </a:spcAft>
              <a:buClr>
                <a:schemeClr val="accent2"/>
              </a:buClr>
              <a:buSzPts val="200"/>
              <a:buFont typeface="Arial"/>
              <a:buChar char="•"/>
            </a:pPr>
            <a:r>
              <a:rPr lang="en-US" sz="1700" b="0" i="0" u="none">
                <a:solidFill>
                  <a:srgbClr val="262626"/>
                </a:solidFill>
                <a:latin typeface="Bookman Old Style"/>
                <a:ea typeface="Bookman Old Style"/>
                <a:cs typeface="Bookman Old Style"/>
                <a:sym typeface="Bookman Old Style"/>
              </a:rPr>
              <a:t>Merge Sort</a:t>
            </a:r>
            <a:endParaRPr/>
          </a:p>
          <a:p>
            <a:pPr marL="228600" lvl="0" indent="-228600" algn="l" rtl="0">
              <a:lnSpc>
                <a:spcPct val="140000"/>
              </a:lnSpc>
              <a:spcBef>
                <a:spcPts val="0"/>
              </a:spcBef>
              <a:spcAft>
                <a:spcPts val="0"/>
              </a:spcAft>
              <a:buClr>
                <a:schemeClr val="accent2"/>
              </a:buClr>
              <a:buSzPts val="200"/>
              <a:buFont typeface="Arial"/>
              <a:buChar char="•"/>
            </a:pPr>
            <a:r>
              <a:rPr lang="en-US" sz="1700" b="0" i="0" u="none">
                <a:solidFill>
                  <a:srgbClr val="262626"/>
                </a:solidFill>
                <a:latin typeface="Bookman Old Style"/>
                <a:ea typeface="Bookman Old Style"/>
                <a:cs typeface="Bookman Old Style"/>
                <a:sym typeface="Bookman Old Style"/>
              </a:rPr>
              <a:t>Quick Sort</a:t>
            </a:r>
            <a:endParaRPr/>
          </a:p>
          <a:p>
            <a:pPr marL="228600" lvl="0" indent="-228600" algn="l" rtl="0">
              <a:lnSpc>
                <a:spcPct val="140000"/>
              </a:lnSpc>
              <a:spcBef>
                <a:spcPts val="0"/>
              </a:spcBef>
              <a:spcAft>
                <a:spcPts val="0"/>
              </a:spcAft>
              <a:buClr>
                <a:schemeClr val="accent2"/>
              </a:buClr>
              <a:buSzPts val="200"/>
              <a:buFont typeface="Arial"/>
              <a:buChar char="•"/>
            </a:pPr>
            <a:r>
              <a:rPr lang="en-US" sz="1700" b="0" i="0" u="none">
                <a:solidFill>
                  <a:srgbClr val="262626"/>
                </a:solidFill>
                <a:latin typeface="Bookman Old Style"/>
                <a:ea typeface="Bookman Old Style"/>
                <a:cs typeface="Bookman Old Style"/>
                <a:sym typeface="Bookman Old Style"/>
              </a:rPr>
              <a:t>Binary Serarch</a:t>
            </a:r>
            <a:endParaRPr/>
          </a:p>
          <a:p>
            <a:pPr marL="228600" lvl="0" indent="-228600" algn="l" rtl="0">
              <a:lnSpc>
                <a:spcPct val="140000"/>
              </a:lnSpc>
              <a:spcBef>
                <a:spcPts val="0"/>
              </a:spcBef>
              <a:spcAft>
                <a:spcPts val="0"/>
              </a:spcAft>
              <a:buClr>
                <a:schemeClr val="accent2"/>
              </a:buClr>
              <a:buSzPts val="200"/>
              <a:buFont typeface="Arial"/>
              <a:buChar char="•"/>
            </a:pPr>
            <a:r>
              <a:rPr lang="en-US" sz="1700" b="0" i="0" u="none">
                <a:solidFill>
                  <a:srgbClr val="262626"/>
                </a:solidFill>
                <a:latin typeface="Bookman Old Style"/>
                <a:ea typeface="Bookman Old Style"/>
                <a:cs typeface="Bookman Old Style"/>
                <a:sym typeface="Bookman Old Style"/>
              </a:rPr>
              <a:t>Large Integer Multiplication</a:t>
            </a:r>
            <a:endParaRPr/>
          </a:p>
          <a:p>
            <a:pPr marL="228600" lvl="0" indent="-228600" algn="l" rtl="0">
              <a:lnSpc>
                <a:spcPct val="140000"/>
              </a:lnSpc>
              <a:spcBef>
                <a:spcPts val="0"/>
              </a:spcBef>
              <a:spcAft>
                <a:spcPts val="0"/>
              </a:spcAft>
              <a:buClr>
                <a:schemeClr val="accent2"/>
              </a:buClr>
              <a:buSzPts val="200"/>
              <a:buFont typeface="Arial"/>
              <a:buChar char="•"/>
            </a:pPr>
            <a:r>
              <a:rPr lang="en-US" sz="1700" b="0" i="0" u="none">
                <a:solidFill>
                  <a:srgbClr val="262626"/>
                </a:solidFill>
                <a:latin typeface="Bookman Old Style"/>
                <a:ea typeface="Bookman Old Style"/>
                <a:cs typeface="Bookman Old Style"/>
                <a:sym typeface="Bookman Old Style"/>
              </a:rPr>
              <a:t>Strassen Multiplication</a:t>
            </a:r>
            <a:endParaRPr/>
          </a:p>
          <a:p>
            <a:pPr marL="228600" lvl="0" indent="-215900" algn="l" rtl="0">
              <a:lnSpc>
                <a:spcPct val="90000"/>
              </a:lnSpc>
              <a:spcBef>
                <a:spcPts val="0"/>
              </a:spcBef>
              <a:spcAft>
                <a:spcPts val="0"/>
              </a:spcAft>
              <a:buClr>
                <a:schemeClr val="accent2"/>
              </a:buClr>
              <a:buSzPts val="200"/>
              <a:buFont typeface="Arial"/>
              <a:buNone/>
            </a:pPr>
            <a:endParaRPr sz="3000" b="0" i="0" u="none">
              <a:solidFill>
                <a:srgbClr val="FFFFFF"/>
              </a:solidFill>
              <a:latin typeface="Arial"/>
              <a:ea typeface="Arial"/>
              <a:cs typeface="Arial"/>
              <a:sym typeface="Arial"/>
            </a:endParaRPr>
          </a:p>
          <a:p>
            <a:pPr marL="457200" lvl="0" indent="-228600" algn="l" rtl="0">
              <a:lnSpc>
                <a:spcPct val="100000"/>
              </a:lnSpc>
              <a:spcBef>
                <a:spcPts val="1000"/>
              </a:spcBef>
              <a:spcAft>
                <a:spcPts val="0"/>
              </a:spcAft>
              <a:buSzPts val="1800"/>
              <a:buNone/>
            </a:pPr>
            <a:endParaRPr sz="3000" b="0" i="0" u="none">
              <a:solidFill>
                <a:srgbClr val="FFFFFF"/>
              </a:solidFill>
              <a:latin typeface="Arial"/>
              <a:ea typeface="Arial"/>
              <a:cs typeface="Arial"/>
              <a:sym typeface="Arial"/>
            </a:endParaRPr>
          </a:p>
        </p:txBody>
      </p:sp>
      <p:sp>
        <p:nvSpPr>
          <p:cNvPr id="164" name="Google Shape;164;p2"/>
          <p:cNvSpPr/>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marR="0" lvl="0" indent="0" algn="ctr" rtl="0">
              <a:lnSpc>
                <a:spcPct val="100000"/>
              </a:lnSpc>
              <a:spcBef>
                <a:spcPts val="0"/>
              </a:spcBef>
              <a:spcAft>
                <a:spcPts val="0"/>
              </a:spcAft>
              <a:buClr>
                <a:srgbClr val="FFFFFF"/>
              </a:buClr>
              <a:buSzPts val="1100"/>
              <a:buFont typeface="Bookman Old Style"/>
              <a:buNone/>
            </a:pPr>
            <a:fld id="{00000000-1234-1234-1234-123412341234}" type="slidenum">
              <a:rPr lang="en-US" sz="1100" b="0" i="0" u="none" strike="noStrike" cap="none">
                <a:solidFill>
                  <a:srgbClr val="FFFFFF"/>
                </a:solidFill>
                <a:latin typeface="Bookman Old Style"/>
                <a:ea typeface="Bookman Old Style"/>
                <a:cs typeface="Bookman Old Style"/>
                <a:sym typeface="Bookman Old Style"/>
              </a:rPr>
              <a:t>2</a:t>
            </a:fld>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
          <p:cNvSpPr txBox="1">
            <a:spLocks noGrp="1"/>
          </p:cNvSpPr>
          <p:nvPr>
            <p:ph type="title"/>
          </p:nvPr>
        </p:nvSpPr>
        <p:spPr>
          <a:xfrm>
            <a:off x="2230437" y="965200"/>
            <a:ext cx="7731125" cy="1187450"/>
          </a:xfrm>
          <a:prstGeom prst="rect">
            <a:avLst/>
          </a:prstGeom>
          <a:solidFill>
            <a:srgbClr val="FFFFFF"/>
          </a:solidFill>
          <a:ln>
            <a:noFill/>
          </a:ln>
        </p:spPr>
        <p:txBody>
          <a:bodyPr spcFirstLastPara="1" wrap="square" lIns="182875" tIns="182875" rIns="182875" bIns="182875" anchor="ctr" anchorCtr="0">
            <a:noAutofit/>
          </a:bodyPr>
          <a:lstStyle/>
          <a:p>
            <a:pPr marL="457200" lvl="0" indent="0" algn="ctr" rtl="0">
              <a:lnSpc>
                <a:spcPct val="100000"/>
              </a:lnSpc>
              <a:spcBef>
                <a:spcPts val="0"/>
              </a:spcBef>
              <a:spcAft>
                <a:spcPts val="0"/>
              </a:spcAft>
              <a:buSzPts val="1800"/>
              <a:buNone/>
            </a:pPr>
            <a:r>
              <a:rPr lang="en-US" sz="2800" b="0" i="0" u="none">
                <a:solidFill>
                  <a:srgbClr val="262626"/>
                </a:solidFill>
                <a:latin typeface="Bookman Old Style"/>
                <a:ea typeface="Bookman Old Style"/>
                <a:cs typeface="Bookman Old Style"/>
                <a:sym typeface="Bookman Old Style"/>
              </a:rPr>
              <a:t>What is divide and conquer?</a:t>
            </a:r>
            <a:endParaRPr/>
          </a:p>
        </p:txBody>
      </p:sp>
      <p:sp>
        <p:nvSpPr>
          <p:cNvPr id="170" name="Google Shape;170;p3"/>
          <p:cNvSpPr txBox="1">
            <a:spLocks noGrp="1"/>
          </p:cNvSpPr>
          <p:nvPr>
            <p:ph type="body" idx="1"/>
          </p:nvPr>
        </p:nvSpPr>
        <p:spPr>
          <a:xfrm>
            <a:off x="2230437" y="2638425"/>
            <a:ext cx="7731125" cy="34163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700"/>
              </a:spcBef>
              <a:spcAft>
                <a:spcPts val="0"/>
              </a:spcAft>
              <a:buSzPts val="1800"/>
              <a:buNone/>
            </a:pPr>
            <a:r>
              <a:rPr lang="en-US" sz="1800" b="0" i="0" u="none">
                <a:solidFill>
                  <a:srgbClr val="000000"/>
                </a:solidFill>
                <a:latin typeface="Bookman Old Style"/>
                <a:ea typeface="Bookman Old Style"/>
                <a:cs typeface="Bookman Old Style"/>
                <a:sym typeface="Bookman Old Style"/>
              </a:rPr>
              <a:t>The most-well known algorithm design strategy:</a:t>
            </a:r>
            <a:endParaRPr/>
          </a:p>
          <a:p>
            <a:pPr marL="0" lvl="0" indent="0" algn="l" rtl="0">
              <a:lnSpc>
                <a:spcPct val="115000"/>
              </a:lnSpc>
              <a:spcBef>
                <a:spcPts val="700"/>
              </a:spcBef>
              <a:spcAft>
                <a:spcPts val="0"/>
              </a:spcAft>
              <a:buSzPts val="1800"/>
              <a:buNone/>
            </a:pPr>
            <a:r>
              <a:rPr lang="en-US" sz="1800" b="0" i="0" u="none">
                <a:solidFill>
                  <a:srgbClr val="000000"/>
                </a:solidFill>
                <a:latin typeface="Bookman Old Style"/>
                <a:ea typeface="Bookman Old Style"/>
                <a:cs typeface="Bookman Old Style"/>
                <a:sym typeface="Bookman Old Style"/>
              </a:rPr>
              <a:t>1. Divide instance of problem into two or more smaller instances</a:t>
            </a:r>
            <a:endParaRPr/>
          </a:p>
          <a:p>
            <a:pPr marL="0" lvl="0" indent="0" algn="l" rtl="0">
              <a:lnSpc>
                <a:spcPct val="115000"/>
              </a:lnSpc>
              <a:spcBef>
                <a:spcPts val="700"/>
              </a:spcBef>
              <a:spcAft>
                <a:spcPts val="0"/>
              </a:spcAft>
              <a:buSzPts val="1800"/>
              <a:buNone/>
            </a:pPr>
            <a:r>
              <a:rPr lang="en-US" sz="1800" b="0" i="0" u="none">
                <a:solidFill>
                  <a:srgbClr val="000000"/>
                </a:solidFill>
                <a:latin typeface="Bookman Old Style"/>
                <a:ea typeface="Bookman Old Style"/>
                <a:cs typeface="Bookman Old Style"/>
                <a:sym typeface="Bookman Old Style"/>
              </a:rPr>
              <a:t>2.Solve smaller instances recursively</a:t>
            </a:r>
            <a:endParaRPr/>
          </a:p>
          <a:p>
            <a:pPr marL="0" lvl="0" indent="0" algn="l" rtl="0">
              <a:lnSpc>
                <a:spcPct val="115000"/>
              </a:lnSpc>
              <a:spcBef>
                <a:spcPts val="700"/>
              </a:spcBef>
              <a:spcAft>
                <a:spcPts val="0"/>
              </a:spcAft>
              <a:buSzPts val="1800"/>
              <a:buNone/>
            </a:pPr>
            <a:r>
              <a:rPr lang="en-US" sz="1800" b="0" i="0" u="none">
                <a:solidFill>
                  <a:srgbClr val="000000"/>
                </a:solidFill>
                <a:latin typeface="Bookman Old Style"/>
                <a:ea typeface="Bookman Old Style"/>
                <a:cs typeface="Bookman Old Style"/>
                <a:sym typeface="Bookman Old Style"/>
              </a:rPr>
              <a:t>3.Obtain solution to original (larger) instance by combining these solutions</a:t>
            </a:r>
            <a:endParaRPr/>
          </a:p>
          <a:p>
            <a:pPr marL="0" lvl="0" indent="0" algn="l" rtl="0">
              <a:lnSpc>
                <a:spcPct val="115000"/>
              </a:lnSpc>
              <a:spcBef>
                <a:spcPts val="700"/>
              </a:spcBef>
              <a:spcAft>
                <a:spcPts val="0"/>
              </a:spcAft>
              <a:buSzPts val="1800"/>
              <a:buNone/>
            </a:pPr>
            <a:endParaRPr sz="1800" b="0" i="0" u="none">
              <a:solidFill>
                <a:srgbClr val="000000"/>
              </a:solidFill>
              <a:latin typeface="Bookman Old Style"/>
              <a:ea typeface="Bookman Old Style"/>
              <a:cs typeface="Bookman Old Style"/>
              <a:sym typeface="Bookman Old Style"/>
            </a:endParaRPr>
          </a:p>
          <a:p>
            <a:pPr marL="0" lvl="0" indent="0" algn="l" rtl="0">
              <a:lnSpc>
                <a:spcPct val="115000"/>
              </a:lnSpc>
              <a:spcBef>
                <a:spcPts val="500"/>
              </a:spcBef>
              <a:spcAft>
                <a:spcPts val="0"/>
              </a:spcAft>
              <a:buClr>
                <a:srgbClr val="000000"/>
              </a:buClr>
              <a:buSzPts val="200"/>
              <a:buFont typeface="Bookman Old Style"/>
              <a:buChar char="•"/>
            </a:pPr>
            <a:r>
              <a:rPr lang="en-US" sz="1800" b="0" i="0" u="none">
                <a:solidFill>
                  <a:srgbClr val="000000"/>
                </a:solidFill>
                <a:latin typeface="Bookman Old Style"/>
                <a:ea typeface="Bookman Old Style"/>
                <a:cs typeface="Bookman Old Style"/>
                <a:sym typeface="Bookman Old Style"/>
              </a:rPr>
              <a:t>Distinction between divide and conquer and decrease and conquer is somewhat vague. Dec/con typically does not solve both subproblems.</a:t>
            </a:r>
            <a:endParaRPr/>
          </a:p>
          <a:p>
            <a:pPr marL="457200" lvl="0" indent="-228600" algn="l" rtl="0">
              <a:lnSpc>
                <a:spcPct val="100000"/>
              </a:lnSpc>
              <a:spcBef>
                <a:spcPts val="1000"/>
              </a:spcBef>
              <a:spcAft>
                <a:spcPts val="0"/>
              </a:spcAft>
              <a:buSzPts val="1800"/>
              <a:buNone/>
            </a:pPr>
            <a:endParaRPr sz="1800" b="0" i="0" u="none">
              <a:solidFill>
                <a:srgbClr val="000000"/>
              </a:solidFill>
              <a:latin typeface="Bookman Old Style"/>
              <a:ea typeface="Bookman Old Style"/>
              <a:cs typeface="Bookman Old Style"/>
              <a:sym typeface="Bookman Old Style"/>
            </a:endParaRPr>
          </a:p>
        </p:txBody>
      </p:sp>
      <p:sp>
        <p:nvSpPr>
          <p:cNvPr id="171" name="Google Shape;171;p3"/>
          <p:cNvSpPr/>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marR="0" lvl="0" indent="0" algn="ctr" rtl="0">
              <a:lnSpc>
                <a:spcPct val="100000"/>
              </a:lnSpc>
              <a:spcBef>
                <a:spcPts val="0"/>
              </a:spcBef>
              <a:spcAft>
                <a:spcPts val="0"/>
              </a:spcAft>
              <a:buClr>
                <a:srgbClr val="FFFFFF"/>
              </a:buClr>
              <a:buSzPts val="1100"/>
              <a:buFont typeface="Bookman Old Style"/>
              <a:buNone/>
            </a:pPr>
            <a:fld id="{00000000-1234-1234-1234-123412341234}" type="slidenum">
              <a:rPr lang="en-US" sz="1100" b="0" i="0" u="none" strike="noStrike" cap="none">
                <a:solidFill>
                  <a:srgbClr val="FFFFFF"/>
                </a:solidFill>
                <a:latin typeface="Bookman Old Style"/>
                <a:ea typeface="Bookman Old Style"/>
                <a:cs typeface="Bookman Old Style"/>
                <a:sym typeface="Bookman Old Style"/>
              </a:rPr>
              <a:t>3</a:t>
            </a:fld>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4"/>
          <p:cNvSpPr txBox="1">
            <a:spLocks noGrp="1"/>
          </p:cNvSpPr>
          <p:nvPr>
            <p:ph type="title"/>
          </p:nvPr>
        </p:nvSpPr>
        <p:spPr>
          <a:xfrm>
            <a:off x="2230437" y="965200"/>
            <a:ext cx="7731125" cy="1187450"/>
          </a:xfrm>
          <a:prstGeom prst="rect">
            <a:avLst/>
          </a:prstGeom>
          <a:solidFill>
            <a:srgbClr val="FFFFFF"/>
          </a:solidFill>
          <a:ln>
            <a:noFill/>
          </a:ln>
        </p:spPr>
        <p:txBody>
          <a:bodyPr spcFirstLastPara="1" wrap="square" lIns="182875" tIns="182875" rIns="182875" bIns="182875" anchor="ctr" anchorCtr="0">
            <a:noAutofit/>
          </a:bodyPr>
          <a:lstStyle/>
          <a:p>
            <a:pPr marL="457200" lvl="0" indent="0" algn="ctr" rtl="0">
              <a:lnSpc>
                <a:spcPct val="100000"/>
              </a:lnSpc>
              <a:spcBef>
                <a:spcPts val="0"/>
              </a:spcBef>
              <a:spcAft>
                <a:spcPts val="0"/>
              </a:spcAft>
              <a:buSzPts val="1800"/>
              <a:buNone/>
            </a:pPr>
            <a:r>
              <a:rPr lang="en-US" sz="2800" b="0" i="0" u="none">
                <a:solidFill>
                  <a:srgbClr val="262626"/>
                </a:solidFill>
                <a:latin typeface="Bookman Old Style"/>
                <a:ea typeface="Bookman Old Style"/>
                <a:cs typeface="Bookman Old Style"/>
                <a:sym typeface="Bookman Old Style"/>
              </a:rPr>
              <a:t>What is divide and conquer?</a:t>
            </a:r>
            <a:endParaRPr/>
          </a:p>
        </p:txBody>
      </p:sp>
      <p:sp>
        <p:nvSpPr>
          <p:cNvPr id="177" name="Google Shape;177;p4"/>
          <p:cNvSpPr txBox="1">
            <a:spLocks noGrp="1"/>
          </p:cNvSpPr>
          <p:nvPr>
            <p:ph type="body" idx="1"/>
          </p:nvPr>
        </p:nvSpPr>
        <p:spPr>
          <a:xfrm>
            <a:off x="2230437" y="2638425"/>
            <a:ext cx="7731125" cy="34163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1000"/>
              </a:spcBef>
              <a:spcAft>
                <a:spcPts val="0"/>
              </a:spcAft>
              <a:buSzPts val="1800"/>
              <a:buNone/>
            </a:pPr>
            <a:endParaRPr/>
          </a:p>
        </p:txBody>
      </p:sp>
      <p:sp>
        <p:nvSpPr>
          <p:cNvPr id="178" name="Google Shape;178;p4"/>
          <p:cNvSpPr/>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marR="0" lvl="0" indent="0" algn="ctr" rtl="0">
              <a:lnSpc>
                <a:spcPct val="100000"/>
              </a:lnSpc>
              <a:spcBef>
                <a:spcPts val="0"/>
              </a:spcBef>
              <a:spcAft>
                <a:spcPts val="0"/>
              </a:spcAft>
              <a:buClr>
                <a:srgbClr val="FFFFFF"/>
              </a:buClr>
              <a:buSzPts val="1100"/>
              <a:buFont typeface="Bookman Old Style"/>
              <a:buNone/>
            </a:pPr>
            <a:fld id="{00000000-1234-1234-1234-123412341234}" type="slidenum">
              <a:rPr lang="en-US" sz="1100" b="0" i="0" u="none" strike="noStrike" cap="none">
                <a:solidFill>
                  <a:srgbClr val="FFFFFF"/>
                </a:solidFill>
                <a:latin typeface="Bookman Old Style"/>
                <a:ea typeface="Bookman Old Style"/>
                <a:cs typeface="Bookman Old Style"/>
                <a:sym typeface="Bookman Old Style"/>
              </a:rPr>
              <a:t>4</a:t>
            </a:fld>
            <a:endParaRPr sz="1400" b="0" i="0" u="none" strike="noStrike" cap="none">
              <a:solidFill>
                <a:srgbClr val="000000"/>
              </a:solidFill>
              <a:latin typeface="Arial"/>
              <a:ea typeface="Arial"/>
              <a:cs typeface="Arial"/>
              <a:sym typeface="Arial"/>
            </a:endParaRPr>
          </a:p>
        </p:txBody>
      </p:sp>
      <p:pic>
        <p:nvPicPr>
          <p:cNvPr id="179" name="Google Shape;179;p4"/>
          <p:cNvPicPr preferRelativeResize="0"/>
          <p:nvPr/>
        </p:nvPicPr>
        <p:blipFill rotWithShape="1">
          <a:blip r:embed="rId3">
            <a:alphaModFix/>
          </a:blip>
          <a:srcRect/>
          <a:stretch/>
        </p:blipFill>
        <p:spPr>
          <a:xfrm>
            <a:off x="2230437" y="2670175"/>
            <a:ext cx="7731125" cy="335121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5"/>
          <p:cNvSpPr txBox="1">
            <a:spLocks noGrp="1"/>
          </p:cNvSpPr>
          <p:nvPr>
            <p:ph type="title"/>
          </p:nvPr>
        </p:nvSpPr>
        <p:spPr>
          <a:xfrm>
            <a:off x="2230437" y="965200"/>
            <a:ext cx="7731125" cy="1187450"/>
          </a:xfrm>
          <a:prstGeom prst="rect">
            <a:avLst/>
          </a:prstGeom>
          <a:solidFill>
            <a:srgbClr val="FFFFFF"/>
          </a:solidFill>
          <a:ln>
            <a:noFill/>
          </a:ln>
        </p:spPr>
        <p:txBody>
          <a:bodyPr spcFirstLastPara="1" wrap="square" lIns="182875" tIns="182875" rIns="182875" bIns="182875" anchor="ctr" anchorCtr="0">
            <a:normAutofit/>
          </a:bodyPr>
          <a:lstStyle/>
          <a:p>
            <a:pPr marL="457200" lvl="0" indent="0" algn="ctr" rtl="0">
              <a:lnSpc>
                <a:spcPct val="100000"/>
              </a:lnSpc>
              <a:spcBef>
                <a:spcPts val="0"/>
              </a:spcBef>
              <a:spcAft>
                <a:spcPts val="0"/>
              </a:spcAft>
              <a:buSzPts val="1800"/>
              <a:buNone/>
            </a:pPr>
            <a:r>
              <a:rPr lang="en-US" sz="2800" b="1" i="0" u="none">
                <a:solidFill>
                  <a:srgbClr val="000000"/>
                </a:solidFill>
                <a:latin typeface="Bookman Old Style"/>
                <a:ea typeface="Bookman Old Style"/>
                <a:cs typeface="Bookman Old Style"/>
                <a:sym typeface="Bookman Old Style"/>
              </a:rPr>
              <a:t>Divide-and-Conquer Examples</a:t>
            </a:r>
            <a:endParaRPr/>
          </a:p>
        </p:txBody>
      </p:sp>
      <p:sp>
        <p:nvSpPr>
          <p:cNvPr id="185" name="Google Shape;185;p5"/>
          <p:cNvSpPr txBox="1">
            <a:spLocks noGrp="1"/>
          </p:cNvSpPr>
          <p:nvPr>
            <p:ph type="body" idx="1"/>
          </p:nvPr>
        </p:nvSpPr>
        <p:spPr>
          <a:xfrm>
            <a:off x="2230437" y="2638425"/>
            <a:ext cx="7731125" cy="3416300"/>
          </a:xfrm>
          <a:prstGeom prst="rect">
            <a:avLst/>
          </a:prstGeom>
          <a:noFill/>
          <a:ln>
            <a:noFill/>
          </a:ln>
        </p:spPr>
        <p:txBody>
          <a:bodyPr spcFirstLastPara="1" wrap="square" lIns="91425" tIns="45700" rIns="91425" bIns="45700" anchor="t" anchorCtr="0">
            <a:noAutofit/>
          </a:bodyPr>
          <a:lstStyle/>
          <a:p>
            <a:pPr marL="457200" lvl="0" indent="-342900" algn="l" rtl="0">
              <a:lnSpc>
                <a:spcPct val="150000"/>
              </a:lnSpc>
              <a:spcBef>
                <a:spcPts val="600"/>
              </a:spcBef>
              <a:spcAft>
                <a:spcPts val="0"/>
              </a:spcAft>
              <a:buClr>
                <a:schemeClr val="accent2"/>
              </a:buClr>
              <a:buSzPts val="200"/>
              <a:buFont typeface="Arial"/>
              <a:buChar char="●"/>
            </a:pPr>
            <a:r>
              <a:rPr lang="en-US" sz="1800" b="0" i="0" u="none">
                <a:solidFill>
                  <a:srgbClr val="000000"/>
                </a:solidFill>
                <a:latin typeface="Bookman Old Style"/>
                <a:ea typeface="Bookman Old Style"/>
                <a:cs typeface="Bookman Old Style"/>
                <a:sym typeface="Bookman Old Style"/>
              </a:rPr>
              <a:t>Sorting: mergesort and quicksort</a:t>
            </a:r>
            <a:endParaRPr/>
          </a:p>
          <a:p>
            <a:pPr marL="457200" lvl="0" indent="-342900" algn="l" rtl="0">
              <a:lnSpc>
                <a:spcPct val="150000"/>
              </a:lnSpc>
              <a:spcBef>
                <a:spcPts val="0"/>
              </a:spcBef>
              <a:spcAft>
                <a:spcPts val="0"/>
              </a:spcAft>
              <a:buClr>
                <a:srgbClr val="000000"/>
              </a:buClr>
              <a:buSzPts val="200"/>
              <a:buFont typeface="Arial"/>
              <a:buChar char="●"/>
            </a:pPr>
            <a:r>
              <a:rPr lang="en-US" sz="1800" b="0" i="0" u="none">
                <a:solidFill>
                  <a:srgbClr val="000000"/>
                </a:solidFill>
                <a:latin typeface="Bookman Old Style"/>
                <a:ea typeface="Bookman Old Style"/>
                <a:cs typeface="Bookman Old Style"/>
                <a:sym typeface="Bookman Old Style"/>
              </a:rPr>
              <a:t>Binary tree traversals</a:t>
            </a:r>
            <a:endParaRPr/>
          </a:p>
          <a:p>
            <a:pPr marL="457200" lvl="0" indent="-342900" algn="l" rtl="0">
              <a:lnSpc>
                <a:spcPct val="150000"/>
              </a:lnSpc>
              <a:spcBef>
                <a:spcPts val="0"/>
              </a:spcBef>
              <a:spcAft>
                <a:spcPts val="0"/>
              </a:spcAft>
              <a:buClr>
                <a:srgbClr val="000000"/>
              </a:buClr>
              <a:buSzPts val="200"/>
              <a:buFont typeface="Arial"/>
              <a:buChar char="●"/>
            </a:pPr>
            <a:r>
              <a:rPr lang="en-US" sz="1800" b="0" i="0" u="none">
                <a:solidFill>
                  <a:srgbClr val="000000"/>
                </a:solidFill>
                <a:latin typeface="Bookman Old Style"/>
                <a:ea typeface="Bookman Old Style"/>
                <a:cs typeface="Bookman Old Style"/>
                <a:sym typeface="Bookman Old Style"/>
              </a:rPr>
              <a:t>Multiplication of large integers</a:t>
            </a:r>
            <a:endParaRPr/>
          </a:p>
          <a:p>
            <a:pPr marL="457200" lvl="0" indent="-342900" algn="l" rtl="0">
              <a:lnSpc>
                <a:spcPct val="150000"/>
              </a:lnSpc>
              <a:spcBef>
                <a:spcPts val="0"/>
              </a:spcBef>
              <a:spcAft>
                <a:spcPts val="0"/>
              </a:spcAft>
              <a:buClr>
                <a:srgbClr val="000000"/>
              </a:buClr>
              <a:buSzPts val="200"/>
              <a:buFont typeface="Arial"/>
              <a:buChar char="●"/>
            </a:pPr>
            <a:r>
              <a:rPr lang="en-US" sz="1800" b="0" i="0" u="none">
                <a:solidFill>
                  <a:srgbClr val="000000"/>
                </a:solidFill>
                <a:latin typeface="Bookman Old Style"/>
                <a:ea typeface="Bookman Old Style"/>
                <a:cs typeface="Bookman Old Style"/>
                <a:sym typeface="Bookman Old Style"/>
              </a:rPr>
              <a:t>Matrix multiplication: Strassen’s algorithm</a:t>
            </a:r>
            <a:endParaRPr/>
          </a:p>
          <a:p>
            <a:pPr marL="457200" lvl="0" indent="-342900" algn="l" rtl="0">
              <a:lnSpc>
                <a:spcPct val="150000"/>
              </a:lnSpc>
              <a:spcBef>
                <a:spcPts val="0"/>
              </a:spcBef>
              <a:spcAft>
                <a:spcPts val="0"/>
              </a:spcAft>
              <a:buClr>
                <a:srgbClr val="000000"/>
              </a:buClr>
              <a:buSzPts val="200"/>
              <a:buFont typeface="Arial"/>
              <a:buChar char="●"/>
            </a:pPr>
            <a:r>
              <a:rPr lang="en-US" sz="1800" b="0" i="0" u="none">
                <a:solidFill>
                  <a:srgbClr val="000000"/>
                </a:solidFill>
                <a:latin typeface="Bookman Old Style"/>
                <a:ea typeface="Bookman Old Style"/>
                <a:cs typeface="Bookman Old Style"/>
                <a:sym typeface="Bookman Old Style"/>
              </a:rPr>
              <a:t>Closest-pair and convex-hull algorithms</a:t>
            </a:r>
            <a:endParaRPr/>
          </a:p>
          <a:p>
            <a:pPr marL="457200" lvl="0" indent="-342900" algn="l" rtl="0">
              <a:lnSpc>
                <a:spcPct val="150000"/>
              </a:lnSpc>
              <a:spcBef>
                <a:spcPts val="0"/>
              </a:spcBef>
              <a:spcAft>
                <a:spcPts val="0"/>
              </a:spcAft>
              <a:buClr>
                <a:srgbClr val="000000"/>
              </a:buClr>
              <a:buSzPts val="200"/>
              <a:buFont typeface="Arial"/>
              <a:buChar char="●"/>
            </a:pPr>
            <a:r>
              <a:rPr lang="en-US" sz="1800" b="0" i="0" u="none">
                <a:solidFill>
                  <a:srgbClr val="000000"/>
                </a:solidFill>
                <a:latin typeface="Bookman Old Style"/>
                <a:ea typeface="Bookman Old Style"/>
                <a:cs typeface="Bookman Old Style"/>
                <a:sym typeface="Bookman Old Style"/>
              </a:rPr>
              <a:t>Binary search: decrease-by-half (or degenerate divide&amp;conq.)</a:t>
            </a:r>
            <a:endParaRPr/>
          </a:p>
          <a:p>
            <a:pPr marL="457200" lvl="0" indent="-228600" algn="l" rtl="0">
              <a:lnSpc>
                <a:spcPct val="100000"/>
              </a:lnSpc>
              <a:spcBef>
                <a:spcPts val="1000"/>
              </a:spcBef>
              <a:spcAft>
                <a:spcPts val="0"/>
              </a:spcAft>
              <a:buSzPts val="1800"/>
              <a:buNone/>
            </a:pPr>
            <a:endParaRPr sz="1800" b="0" i="0" u="none">
              <a:solidFill>
                <a:srgbClr val="000000"/>
              </a:solidFill>
              <a:latin typeface="Bookman Old Style"/>
              <a:ea typeface="Bookman Old Style"/>
              <a:cs typeface="Bookman Old Style"/>
              <a:sym typeface="Bookman Old Style"/>
            </a:endParaRPr>
          </a:p>
        </p:txBody>
      </p:sp>
      <p:sp>
        <p:nvSpPr>
          <p:cNvPr id="186" name="Google Shape;186;p5"/>
          <p:cNvSpPr/>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marR="0" lvl="0" indent="0" algn="ctr" rtl="0">
              <a:lnSpc>
                <a:spcPct val="100000"/>
              </a:lnSpc>
              <a:spcBef>
                <a:spcPts val="0"/>
              </a:spcBef>
              <a:spcAft>
                <a:spcPts val="0"/>
              </a:spcAft>
              <a:buClr>
                <a:srgbClr val="FFFFFF"/>
              </a:buClr>
              <a:buSzPts val="1100"/>
              <a:buFont typeface="Bookman Old Style"/>
              <a:buNone/>
            </a:pPr>
            <a:fld id="{00000000-1234-1234-1234-123412341234}" type="slidenum">
              <a:rPr lang="en-US" sz="1100" b="0" i="0" u="none" strike="noStrike" cap="none">
                <a:solidFill>
                  <a:srgbClr val="FFFFFF"/>
                </a:solidFill>
                <a:latin typeface="Bookman Old Style"/>
                <a:ea typeface="Bookman Old Style"/>
                <a:cs typeface="Bookman Old Style"/>
                <a:sym typeface="Bookman Old Style"/>
              </a:rPr>
              <a:t>5</a:t>
            </a:fld>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6"/>
          <p:cNvSpPr txBox="1">
            <a:spLocks noGrp="1"/>
          </p:cNvSpPr>
          <p:nvPr>
            <p:ph type="title"/>
          </p:nvPr>
        </p:nvSpPr>
        <p:spPr>
          <a:xfrm>
            <a:off x="2230437" y="965200"/>
            <a:ext cx="7731125" cy="1187450"/>
          </a:xfrm>
          <a:prstGeom prst="rect">
            <a:avLst/>
          </a:prstGeom>
          <a:solidFill>
            <a:srgbClr val="FFFFFF"/>
          </a:solidFill>
          <a:ln>
            <a:noFill/>
          </a:ln>
        </p:spPr>
        <p:txBody>
          <a:bodyPr spcFirstLastPara="1" wrap="square" lIns="182875" tIns="182875" rIns="182875" bIns="182875" anchor="ctr" anchorCtr="0">
            <a:normAutofit/>
          </a:bodyPr>
          <a:lstStyle/>
          <a:p>
            <a:pPr marL="457200" lvl="0" indent="0" algn="l" rtl="0">
              <a:lnSpc>
                <a:spcPct val="100000"/>
              </a:lnSpc>
              <a:spcBef>
                <a:spcPts val="0"/>
              </a:spcBef>
              <a:spcAft>
                <a:spcPts val="0"/>
              </a:spcAft>
              <a:buSzPts val="1800"/>
              <a:buNone/>
            </a:pPr>
            <a:r>
              <a:rPr lang="en-US" sz="2600" b="1" i="0" u="none">
                <a:solidFill>
                  <a:srgbClr val="000000"/>
                </a:solidFill>
                <a:latin typeface="Bookman Old Style"/>
                <a:ea typeface="Bookman Old Style"/>
                <a:cs typeface="Bookman Old Style"/>
                <a:sym typeface="Bookman Old Style"/>
              </a:rPr>
              <a:t>General Divide-and-Conquer Recurrence</a:t>
            </a:r>
            <a:endParaRPr/>
          </a:p>
        </p:txBody>
      </p:sp>
      <p:sp>
        <p:nvSpPr>
          <p:cNvPr id="192" name="Google Shape;192;p6"/>
          <p:cNvSpPr txBox="1">
            <a:spLocks noGrp="1"/>
          </p:cNvSpPr>
          <p:nvPr>
            <p:ph type="body" idx="1"/>
          </p:nvPr>
        </p:nvSpPr>
        <p:spPr>
          <a:xfrm>
            <a:off x="2230437" y="2638425"/>
            <a:ext cx="7731125" cy="3579812"/>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1000"/>
              </a:spcBef>
              <a:spcAft>
                <a:spcPts val="0"/>
              </a:spcAft>
              <a:buSzPts val="1800"/>
              <a:buNone/>
            </a:pPr>
            <a:endParaRPr/>
          </a:p>
        </p:txBody>
      </p:sp>
      <p:sp>
        <p:nvSpPr>
          <p:cNvPr id="193" name="Google Shape;193;p6"/>
          <p:cNvSpPr/>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marR="0" lvl="0" indent="0" algn="ctr" rtl="0">
              <a:lnSpc>
                <a:spcPct val="100000"/>
              </a:lnSpc>
              <a:spcBef>
                <a:spcPts val="0"/>
              </a:spcBef>
              <a:spcAft>
                <a:spcPts val="0"/>
              </a:spcAft>
              <a:buClr>
                <a:srgbClr val="FFFFFF"/>
              </a:buClr>
              <a:buSzPts val="1100"/>
              <a:buFont typeface="Bookman Old Style"/>
              <a:buNone/>
            </a:pPr>
            <a:fld id="{00000000-1234-1234-1234-123412341234}" type="slidenum">
              <a:rPr lang="en-US" sz="1100" b="0" i="0" u="none" strike="noStrike" cap="none">
                <a:solidFill>
                  <a:srgbClr val="FFFFFF"/>
                </a:solidFill>
                <a:latin typeface="Bookman Old Style"/>
                <a:ea typeface="Bookman Old Style"/>
                <a:cs typeface="Bookman Old Style"/>
                <a:sym typeface="Bookman Old Style"/>
              </a:rPr>
              <a:t>6</a:t>
            </a:fld>
            <a:endParaRPr sz="1400" b="0" i="0" u="none" strike="noStrike" cap="none">
              <a:solidFill>
                <a:srgbClr val="000000"/>
              </a:solidFill>
              <a:latin typeface="Arial"/>
              <a:ea typeface="Arial"/>
              <a:cs typeface="Arial"/>
              <a:sym typeface="Arial"/>
            </a:endParaRPr>
          </a:p>
        </p:txBody>
      </p:sp>
      <p:pic>
        <p:nvPicPr>
          <p:cNvPr id="194" name="Google Shape;194;p6"/>
          <p:cNvPicPr preferRelativeResize="0"/>
          <p:nvPr/>
        </p:nvPicPr>
        <p:blipFill rotWithShape="1">
          <a:blip r:embed="rId3">
            <a:alphaModFix/>
          </a:blip>
          <a:srcRect/>
          <a:stretch/>
        </p:blipFill>
        <p:spPr>
          <a:xfrm>
            <a:off x="2230437" y="2655887"/>
            <a:ext cx="7731125" cy="357981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7"/>
          <p:cNvSpPr txBox="1">
            <a:spLocks noGrp="1"/>
          </p:cNvSpPr>
          <p:nvPr>
            <p:ph type="title"/>
          </p:nvPr>
        </p:nvSpPr>
        <p:spPr>
          <a:xfrm>
            <a:off x="2230437" y="965200"/>
            <a:ext cx="7731125" cy="1187450"/>
          </a:xfrm>
          <a:prstGeom prst="rect">
            <a:avLst/>
          </a:prstGeom>
          <a:solidFill>
            <a:srgbClr val="FFFFFF"/>
          </a:solidFill>
          <a:ln>
            <a:noFill/>
          </a:ln>
        </p:spPr>
        <p:txBody>
          <a:bodyPr spcFirstLastPara="1" wrap="square" lIns="182875" tIns="182875" rIns="182875" bIns="182875" anchor="ctr" anchorCtr="0">
            <a:noAutofit/>
          </a:bodyPr>
          <a:lstStyle/>
          <a:p>
            <a:pPr marL="457200" lvl="0" indent="0" algn="ctr" rtl="0">
              <a:lnSpc>
                <a:spcPct val="100000"/>
              </a:lnSpc>
              <a:spcBef>
                <a:spcPts val="0"/>
              </a:spcBef>
              <a:spcAft>
                <a:spcPts val="0"/>
              </a:spcAft>
              <a:buSzPts val="1800"/>
              <a:buNone/>
            </a:pPr>
            <a:r>
              <a:rPr lang="en-US" sz="2800" b="1" i="0" u="none">
                <a:solidFill>
                  <a:srgbClr val="000000"/>
                </a:solidFill>
                <a:latin typeface="Bookman Old Style"/>
                <a:ea typeface="Bookman Old Style"/>
                <a:cs typeface="Bookman Old Style"/>
                <a:sym typeface="Bookman Old Style"/>
              </a:rPr>
              <a:t>Merge Sort Example</a:t>
            </a:r>
            <a:endParaRPr/>
          </a:p>
        </p:txBody>
      </p:sp>
      <p:sp>
        <p:nvSpPr>
          <p:cNvPr id="200" name="Google Shape;200;p7"/>
          <p:cNvSpPr txBox="1">
            <a:spLocks noGrp="1"/>
          </p:cNvSpPr>
          <p:nvPr>
            <p:ph type="body" idx="1"/>
          </p:nvPr>
        </p:nvSpPr>
        <p:spPr>
          <a:xfrm>
            <a:off x="2230437" y="2438400"/>
            <a:ext cx="7980362" cy="3779837"/>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1000"/>
              </a:spcBef>
              <a:spcAft>
                <a:spcPts val="0"/>
              </a:spcAft>
              <a:buSzPts val="1800"/>
              <a:buNone/>
            </a:pPr>
            <a:endParaRPr/>
          </a:p>
        </p:txBody>
      </p:sp>
      <p:sp>
        <p:nvSpPr>
          <p:cNvPr id="201" name="Google Shape;201;p7"/>
          <p:cNvSpPr/>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marR="0" lvl="0" indent="0" algn="ctr" rtl="0">
              <a:lnSpc>
                <a:spcPct val="100000"/>
              </a:lnSpc>
              <a:spcBef>
                <a:spcPts val="0"/>
              </a:spcBef>
              <a:spcAft>
                <a:spcPts val="0"/>
              </a:spcAft>
              <a:buClr>
                <a:srgbClr val="FFFFFF"/>
              </a:buClr>
              <a:buSzPts val="1100"/>
              <a:buFont typeface="Bookman Old Style"/>
              <a:buNone/>
            </a:pPr>
            <a:fld id="{00000000-1234-1234-1234-123412341234}" type="slidenum">
              <a:rPr lang="en-US" sz="1100" b="0" i="0" u="none" strike="noStrike" cap="none">
                <a:solidFill>
                  <a:srgbClr val="FFFFFF"/>
                </a:solidFill>
                <a:latin typeface="Bookman Old Style"/>
                <a:ea typeface="Bookman Old Style"/>
                <a:cs typeface="Bookman Old Style"/>
                <a:sym typeface="Bookman Old Style"/>
              </a:rPr>
              <a:t>7</a:t>
            </a:fld>
            <a:endParaRPr sz="1400" b="0" i="0" u="none" strike="noStrike" cap="none">
              <a:solidFill>
                <a:srgbClr val="000000"/>
              </a:solidFill>
              <a:latin typeface="Arial"/>
              <a:ea typeface="Arial"/>
              <a:cs typeface="Arial"/>
              <a:sym typeface="Arial"/>
            </a:endParaRPr>
          </a:p>
        </p:txBody>
      </p:sp>
      <p:pic>
        <p:nvPicPr>
          <p:cNvPr id="202" name="Google Shape;202;p7"/>
          <p:cNvPicPr preferRelativeResize="0"/>
          <p:nvPr/>
        </p:nvPicPr>
        <p:blipFill rotWithShape="1">
          <a:blip r:embed="rId3">
            <a:alphaModFix/>
          </a:blip>
          <a:srcRect/>
          <a:stretch/>
        </p:blipFill>
        <p:spPr>
          <a:xfrm>
            <a:off x="3014662" y="2638425"/>
            <a:ext cx="5175250" cy="3517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8"/>
          <p:cNvSpPr txBox="1">
            <a:spLocks noGrp="1"/>
          </p:cNvSpPr>
          <p:nvPr>
            <p:ph type="title"/>
          </p:nvPr>
        </p:nvSpPr>
        <p:spPr>
          <a:xfrm>
            <a:off x="1219200" y="965200"/>
            <a:ext cx="9525000" cy="1187450"/>
          </a:xfrm>
          <a:prstGeom prst="rect">
            <a:avLst/>
          </a:prstGeom>
          <a:solidFill>
            <a:srgbClr val="FFFFFF"/>
          </a:solidFill>
          <a:ln>
            <a:noFill/>
          </a:ln>
        </p:spPr>
        <p:txBody>
          <a:bodyPr spcFirstLastPara="1" wrap="square" lIns="182875" tIns="182875" rIns="182875" bIns="182875" anchor="ctr" anchorCtr="0">
            <a:noAutofit/>
          </a:bodyPr>
          <a:lstStyle/>
          <a:p>
            <a:pPr marL="457200" lvl="0" indent="0" algn="ctr" rtl="0">
              <a:lnSpc>
                <a:spcPct val="100000"/>
              </a:lnSpc>
              <a:spcBef>
                <a:spcPts val="0"/>
              </a:spcBef>
              <a:spcAft>
                <a:spcPts val="0"/>
              </a:spcAft>
              <a:buSzPts val="1800"/>
              <a:buNone/>
            </a:pPr>
            <a:r>
              <a:rPr lang="en-US" sz="2800" b="1" i="0" u="none">
                <a:solidFill>
                  <a:srgbClr val="000000"/>
                </a:solidFill>
                <a:latin typeface="Bookman Old Style"/>
                <a:ea typeface="Bookman Old Style"/>
                <a:cs typeface="Bookman Old Style"/>
                <a:sym typeface="Bookman Old Style"/>
              </a:rPr>
              <a:t>Merge Sort </a:t>
            </a:r>
            <a:endParaRPr/>
          </a:p>
        </p:txBody>
      </p:sp>
      <p:sp>
        <p:nvSpPr>
          <p:cNvPr id="208" name="Google Shape;208;p8"/>
          <p:cNvSpPr txBox="1">
            <a:spLocks noGrp="1"/>
          </p:cNvSpPr>
          <p:nvPr>
            <p:ph type="body" idx="1"/>
          </p:nvPr>
        </p:nvSpPr>
        <p:spPr>
          <a:xfrm>
            <a:off x="1295400" y="2438400"/>
            <a:ext cx="9601200" cy="3779837"/>
          </a:xfrm>
          <a:prstGeom prst="rect">
            <a:avLst/>
          </a:prstGeom>
          <a:noFill/>
          <a:ln>
            <a:noFill/>
          </a:ln>
        </p:spPr>
        <p:txBody>
          <a:bodyPr spcFirstLastPara="1" wrap="square" lIns="91425" tIns="45700" rIns="91425" bIns="45700" anchor="t" anchorCtr="0">
            <a:noAutofit/>
          </a:bodyPr>
          <a:lstStyle/>
          <a:p>
            <a:pPr marL="457200" lvl="0" indent="-342900" algn="l" rtl="0">
              <a:lnSpc>
                <a:spcPct val="90000"/>
              </a:lnSpc>
              <a:spcBef>
                <a:spcPts val="1000"/>
              </a:spcBef>
              <a:spcAft>
                <a:spcPts val="0"/>
              </a:spcAft>
              <a:buClr>
                <a:schemeClr val="accent2"/>
              </a:buClr>
              <a:buSzPts val="200"/>
              <a:buFont typeface="Arial"/>
              <a:buChar char="•"/>
            </a:pPr>
            <a:r>
              <a:rPr lang="en-US" sz="1800" b="0" i="0" u="none">
                <a:solidFill>
                  <a:srgbClr val="262626"/>
                </a:solidFill>
                <a:latin typeface="Bookman Old Style"/>
                <a:ea typeface="Bookman Old Style"/>
                <a:cs typeface="Bookman Old Style"/>
                <a:sym typeface="Bookman Old Style"/>
              </a:rPr>
              <a:t>Split array A[0..</a:t>
            </a:r>
            <a:r>
              <a:rPr lang="en-US" sz="1800" b="0" i="1" u="none">
                <a:solidFill>
                  <a:srgbClr val="262626"/>
                </a:solidFill>
                <a:latin typeface="Bookman Old Style"/>
                <a:ea typeface="Bookman Old Style"/>
                <a:cs typeface="Bookman Old Style"/>
                <a:sym typeface="Bookman Old Style"/>
              </a:rPr>
              <a:t>n</a:t>
            </a:r>
            <a:r>
              <a:rPr lang="en-US" sz="1800" b="0" i="0" u="none">
                <a:solidFill>
                  <a:srgbClr val="262626"/>
                </a:solidFill>
                <a:latin typeface="Bookman Old Style"/>
                <a:ea typeface="Bookman Old Style"/>
                <a:cs typeface="Bookman Old Style"/>
                <a:sym typeface="Bookman Old Style"/>
              </a:rPr>
              <a:t>-1] in two about equal halves and make copies of each half  in arrays B and C</a:t>
            </a:r>
            <a:endParaRPr/>
          </a:p>
          <a:p>
            <a:pPr marL="457200" lvl="0" indent="-342900" algn="l" rtl="0">
              <a:lnSpc>
                <a:spcPct val="90000"/>
              </a:lnSpc>
              <a:spcBef>
                <a:spcPts val="1000"/>
              </a:spcBef>
              <a:spcAft>
                <a:spcPts val="0"/>
              </a:spcAft>
              <a:buClr>
                <a:schemeClr val="accent2"/>
              </a:buClr>
              <a:buSzPts val="200"/>
              <a:buFont typeface="Arial"/>
              <a:buChar char="•"/>
            </a:pPr>
            <a:r>
              <a:rPr lang="en-US" sz="1800" b="0" i="0" u="none">
                <a:solidFill>
                  <a:srgbClr val="262626"/>
                </a:solidFill>
                <a:latin typeface="Bookman Old Style"/>
                <a:ea typeface="Bookman Old Style"/>
                <a:cs typeface="Bookman Old Style"/>
                <a:sym typeface="Bookman Old Style"/>
              </a:rPr>
              <a:t>Sort arrays B and C recursively</a:t>
            </a:r>
            <a:endParaRPr/>
          </a:p>
          <a:p>
            <a:pPr marL="457200" lvl="0" indent="-342900" algn="l" rtl="0">
              <a:lnSpc>
                <a:spcPct val="90000"/>
              </a:lnSpc>
              <a:spcBef>
                <a:spcPts val="1000"/>
              </a:spcBef>
              <a:spcAft>
                <a:spcPts val="0"/>
              </a:spcAft>
              <a:buClr>
                <a:schemeClr val="accent2"/>
              </a:buClr>
              <a:buSzPts val="200"/>
              <a:buFont typeface="Arial"/>
              <a:buChar char="•"/>
            </a:pPr>
            <a:r>
              <a:rPr lang="en-US" sz="1800" b="0" i="0" u="none">
                <a:solidFill>
                  <a:srgbClr val="262626"/>
                </a:solidFill>
                <a:latin typeface="Bookman Old Style"/>
                <a:ea typeface="Bookman Old Style"/>
                <a:cs typeface="Bookman Old Style"/>
                <a:sym typeface="Bookman Old Style"/>
              </a:rPr>
              <a:t>Merge sorted arrays B and C into array A as follows:</a:t>
            </a:r>
            <a:endParaRPr/>
          </a:p>
          <a:p>
            <a:pPr marL="914400" lvl="1" indent="-342900" algn="l" rtl="0">
              <a:lnSpc>
                <a:spcPct val="90000"/>
              </a:lnSpc>
              <a:spcBef>
                <a:spcPts val="1000"/>
              </a:spcBef>
              <a:spcAft>
                <a:spcPts val="0"/>
              </a:spcAft>
              <a:buClr>
                <a:schemeClr val="accent2"/>
              </a:buClr>
              <a:buSzPts val="200"/>
              <a:buFont typeface="Arial"/>
              <a:buChar char="•"/>
            </a:pPr>
            <a:r>
              <a:rPr lang="en-US" sz="1800" b="0" i="0" u="none">
                <a:solidFill>
                  <a:srgbClr val="262626"/>
                </a:solidFill>
                <a:latin typeface="Bookman Old Style"/>
                <a:ea typeface="Bookman Old Style"/>
                <a:cs typeface="Bookman Old Style"/>
                <a:sym typeface="Bookman Old Style"/>
              </a:rPr>
              <a:t>Repeat the following until no elements remain in one of the arrays:</a:t>
            </a:r>
            <a:endParaRPr/>
          </a:p>
          <a:p>
            <a:pPr marL="1371600" lvl="2" indent="-342900" algn="l" rtl="0">
              <a:lnSpc>
                <a:spcPct val="90000"/>
              </a:lnSpc>
              <a:spcBef>
                <a:spcPts val="1000"/>
              </a:spcBef>
              <a:spcAft>
                <a:spcPts val="0"/>
              </a:spcAft>
              <a:buClr>
                <a:schemeClr val="accent2"/>
              </a:buClr>
              <a:buSzPts val="200"/>
              <a:buFont typeface="Arial"/>
              <a:buChar char="•"/>
            </a:pPr>
            <a:r>
              <a:rPr lang="en-US" sz="1800" b="0" i="0" u="none">
                <a:solidFill>
                  <a:srgbClr val="262626"/>
                </a:solidFill>
                <a:latin typeface="Bookman Old Style"/>
                <a:ea typeface="Bookman Old Style"/>
                <a:cs typeface="Bookman Old Style"/>
                <a:sym typeface="Bookman Old Style"/>
              </a:rPr>
              <a:t>compare the first elements in the remaining unprocessed portions of the arrays</a:t>
            </a:r>
            <a:endParaRPr/>
          </a:p>
          <a:p>
            <a:pPr marL="1371600" lvl="2" indent="-342900" algn="l" rtl="0">
              <a:lnSpc>
                <a:spcPct val="90000"/>
              </a:lnSpc>
              <a:spcBef>
                <a:spcPts val="1000"/>
              </a:spcBef>
              <a:spcAft>
                <a:spcPts val="0"/>
              </a:spcAft>
              <a:buClr>
                <a:schemeClr val="accent2"/>
              </a:buClr>
              <a:buSzPts val="200"/>
              <a:buFont typeface="Arial"/>
              <a:buChar char="•"/>
            </a:pPr>
            <a:r>
              <a:rPr lang="en-US" sz="1800" b="0" i="0" u="none">
                <a:solidFill>
                  <a:srgbClr val="262626"/>
                </a:solidFill>
                <a:latin typeface="Bookman Old Style"/>
                <a:ea typeface="Bookman Old Style"/>
                <a:cs typeface="Bookman Old Style"/>
                <a:sym typeface="Bookman Old Style"/>
              </a:rPr>
              <a:t>copy the smaller of the two into A, while incrementing the index indicating the unprocessed portion of that array </a:t>
            </a:r>
            <a:endParaRPr/>
          </a:p>
          <a:p>
            <a:pPr marL="914400" lvl="1" indent="-342900" algn="l" rtl="0">
              <a:lnSpc>
                <a:spcPct val="90000"/>
              </a:lnSpc>
              <a:spcBef>
                <a:spcPts val="1000"/>
              </a:spcBef>
              <a:spcAft>
                <a:spcPts val="0"/>
              </a:spcAft>
              <a:buClr>
                <a:schemeClr val="accent2"/>
              </a:buClr>
              <a:buSzPts val="200"/>
              <a:buFont typeface="Arial"/>
              <a:buChar char="•"/>
            </a:pPr>
            <a:r>
              <a:rPr lang="en-US" sz="1800" b="0" i="0" u="none">
                <a:solidFill>
                  <a:srgbClr val="262626"/>
                </a:solidFill>
                <a:latin typeface="Bookman Old Style"/>
                <a:ea typeface="Bookman Old Style"/>
                <a:cs typeface="Bookman Old Style"/>
                <a:sym typeface="Bookman Old Style"/>
              </a:rPr>
              <a:t>Once all elements in one of the arrays are processed, copy the remaining unprocessed elements from the other array into A.</a:t>
            </a:r>
            <a:endParaRPr/>
          </a:p>
          <a:p>
            <a:pPr marL="457200" lvl="0" indent="-228600" algn="l" rtl="0">
              <a:lnSpc>
                <a:spcPct val="100000"/>
              </a:lnSpc>
              <a:spcBef>
                <a:spcPts val="1000"/>
              </a:spcBef>
              <a:spcAft>
                <a:spcPts val="0"/>
              </a:spcAft>
              <a:buSzPts val="1800"/>
              <a:buNone/>
            </a:pPr>
            <a:endParaRPr sz="1800" b="0" i="0" u="none">
              <a:solidFill>
                <a:srgbClr val="262626"/>
              </a:solidFill>
              <a:latin typeface="Bookman Old Style"/>
              <a:ea typeface="Bookman Old Style"/>
              <a:cs typeface="Bookman Old Style"/>
              <a:sym typeface="Bookman Old Style"/>
            </a:endParaRPr>
          </a:p>
        </p:txBody>
      </p:sp>
      <p:sp>
        <p:nvSpPr>
          <p:cNvPr id="209" name="Google Shape;209;p8"/>
          <p:cNvSpPr/>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marR="0" lvl="0" indent="0" algn="ctr" rtl="0">
              <a:lnSpc>
                <a:spcPct val="100000"/>
              </a:lnSpc>
              <a:spcBef>
                <a:spcPts val="0"/>
              </a:spcBef>
              <a:spcAft>
                <a:spcPts val="0"/>
              </a:spcAft>
              <a:buClr>
                <a:srgbClr val="FFFFFF"/>
              </a:buClr>
              <a:buSzPts val="1100"/>
              <a:buFont typeface="Bookman Old Style"/>
              <a:buNone/>
            </a:pPr>
            <a:fld id="{00000000-1234-1234-1234-123412341234}" type="slidenum">
              <a:rPr lang="en-US" sz="1100" b="0" i="0" u="none" strike="noStrike" cap="none">
                <a:solidFill>
                  <a:srgbClr val="FFFFFF"/>
                </a:solidFill>
                <a:latin typeface="Bookman Old Style"/>
                <a:ea typeface="Bookman Old Style"/>
                <a:cs typeface="Bookman Old Style"/>
                <a:sym typeface="Bookman Old Style"/>
              </a:rPr>
              <a:t>8</a:t>
            </a:fld>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9"/>
          <p:cNvSpPr txBox="1">
            <a:spLocks noGrp="1"/>
          </p:cNvSpPr>
          <p:nvPr>
            <p:ph type="title"/>
          </p:nvPr>
        </p:nvSpPr>
        <p:spPr>
          <a:xfrm>
            <a:off x="1219200" y="965200"/>
            <a:ext cx="9525000" cy="1187450"/>
          </a:xfrm>
          <a:prstGeom prst="rect">
            <a:avLst/>
          </a:prstGeom>
          <a:solidFill>
            <a:srgbClr val="FFFFFF"/>
          </a:solidFill>
          <a:ln>
            <a:noFill/>
          </a:ln>
        </p:spPr>
        <p:txBody>
          <a:bodyPr spcFirstLastPara="1" wrap="square" lIns="182875" tIns="182875" rIns="182875" bIns="182875" anchor="ctr" anchorCtr="0">
            <a:noAutofit/>
          </a:bodyPr>
          <a:lstStyle/>
          <a:p>
            <a:pPr marL="457200" lvl="0" indent="0" algn="ctr" rtl="0">
              <a:lnSpc>
                <a:spcPct val="100000"/>
              </a:lnSpc>
              <a:spcBef>
                <a:spcPts val="0"/>
              </a:spcBef>
              <a:spcAft>
                <a:spcPts val="0"/>
              </a:spcAft>
              <a:buSzPts val="1800"/>
              <a:buNone/>
            </a:pPr>
            <a:r>
              <a:rPr lang="en-US" sz="2800" b="1" i="0" u="none">
                <a:solidFill>
                  <a:srgbClr val="262626"/>
                </a:solidFill>
                <a:latin typeface="Bookman Old Style"/>
                <a:ea typeface="Bookman Old Style"/>
                <a:cs typeface="Bookman Old Style"/>
                <a:sym typeface="Bookman Old Style"/>
              </a:rPr>
              <a:t>Pseudocode of Merge Sort</a:t>
            </a:r>
            <a:endParaRPr/>
          </a:p>
        </p:txBody>
      </p:sp>
      <p:sp>
        <p:nvSpPr>
          <p:cNvPr id="215" name="Google Shape;215;p9"/>
          <p:cNvSpPr txBox="1">
            <a:spLocks noGrp="1"/>
          </p:cNvSpPr>
          <p:nvPr>
            <p:ph type="body" idx="1"/>
          </p:nvPr>
        </p:nvSpPr>
        <p:spPr>
          <a:xfrm>
            <a:off x="1295400" y="2438400"/>
            <a:ext cx="9601200" cy="3779837"/>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1000"/>
              </a:spcBef>
              <a:spcAft>
                <a:spcPts val="0"/>
              </a:spcAft>
              <a:buClr>
                <a:schemeClr val="accent2"/>
              </a:buClr>
              <a:buSzPts val="200"/>
              <a:buFont typeface="Arial"/>
              <a:buChar char="•"/>
            </a:pPr>
            <a:r>
              <a:rPr lang="en-US" sz="1800" b="0" i="0" u="none">
                <a:solidFill>
                  <a:srgbClr val="262626"/>
                </a:solidFill>
                <a:latin typeface="Bookman Old Style"/>
                <a:ea typeface="Bookman Old Style"/>
                <a:cs typeface="Bookman Old Style"/>
                <a:sym typeface="Bookman Old Style"/>
              </a:rPr>
              <a:t>Thinking about recursive programs: </a:t>
            </a:r>
            <a:endParaRPr/>
          </a:p>
          <a:p>
            <a:pPr marL="457200" lvl="0" indent="-342900" algn="l" rtl="0">
              <a:lnSpc>
                <a:spcPct val="100000"/>
              </a:lnSpc>
              <a:spcBef>
                <a:spcPts val="1000"/>
              </a:spcBef>
              <a:spcAft>
                <a:spcPts val="0"/>
              </a:spcAft>
              <a:buSzPts val="1800"/>
              <a:buNone/>
            </a:pPr>
            <a:r>
              <a:rPr lang="en-US" sz="1800" b="0" i="1" u="none">
                <a:solidFill>
                  <a:srgbClr val="262626"/>
                </a:solidFill>
                <a:latin typeface="Bookman Old Style"/>
                <a:ea typeface="Bookman Old Style"/>
                <a:cs typeface="Bookman Old Style"/>
                <a:sym typeface="Bookman Old Style"/>
              </a:rPr>
              <a:t>Assume</a:t>
            </a:r>
            <a:r>
              <a:rPr lang="en-US" sz="1800" b="0" i="0" u="none">
                <a:solidFill>
                  <a:srgbClr val="262626"/>
                </a:solidFill>
                <a:latin typeface="Bookman Old Style"/>
                <a:ea typeface="Bookman Old Style"/>
                <a:cs typeface="Bookman Old Style"/>
                <a:sym typeface="Bookman Old Style"/>
              </a:rPr>
              <a:t> recursive calls work and </a:t>
            </a:r>
            <a:endParaRPr/>
          </a:p>
          <a:p>
            <a:pPr marL="457200" lvl="0" indent="-342900" algn="l" rtl="0">
              <a:lnSpc>
                <a:spcPct val="10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ask does the </a:t>
            </a:r>
            <a:r>
              <a:rPr lang="en-US" sz="1800" b="0" i="1" u="none">
                <a:solidFill>
                  <a:srgbClr val="262626"/>
                </a:solidFill>
                <a:latin typeface="Bookman Old Style"/>
                <a:ea typeface="Bookman Old Style"/>
                <a:cs typeface="Bookman Old Style"/>
                <a:sym typeface="Bookman Old Style"/>
              </a:rPr>
              <a:t>whole program </a:t>
            </a:r>
            <a:r>
              <a:rPr lang="en-US" sz="1800" b="0" i="0" u="none">
                <a:solidFill>
                  <a:srgbClr val="262626"/>
                </a:solidFill>
                <a:latin typeface="Bookman Old Style"/>
                <a:ea typeface="Bookman Old Style"/>
                <a:cs typeface="Bookman Old Style"/>
                <a:sym typeface="Bookman Old Style"/>
              </a:rPr>
              <a:t>then work?</a:t>
            </a:r>
            <a:endParaRPr/>
          </a:p>
          <a:p>
            <a:pPr marL="457200" lvl="0" indent="-228600" algn="l" rtl="0">
              <a:lnSpc>
                <a:spcPct val="100000"/>
              </a:lnSpc>
              <a:spcBef>
                <a:spcPts val="1000"/>
              </a:spcBef>
              <a:spcAft>
                <a:spcPts val="0"/>
              </a:spcAft>
              <a:buSzPts val="1800"/>
              <a:buNone/>
            </a:pPr>
            <a:endParaRPr sz="1800" b="0" i="0" u="none">
              <a:solidFill>
                <a:srgbClr val="262626"/>
              </a:solidFill>
              <a:latin typeface="Bookman Old Style"/>
              <a:ea typeface="Bookman Old Style"/>
              <a:cs typeface="Bookman Old Style"/>
              <a:sym typeface="Bookman Old Style"/>
            </a:endParaRPr>
          </a:p>
        </p:txBody>
      </p:sp>
      <p:sp>
        <p:nvSpPr>
          <p:cNvPr id="216" name="Google Shape;216;p9"/>
          <p:cNvSpPr/>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marR="0" lvl="0" indent="0" algn="ctr" rtl="0">
              <a:lnSpc>
                <a:spcPct val="100000"/>
              </a:lnSpc>
              <a:spcBef>
                <a:spcPts val="0"/>
              </a:spcBef>
              <a:spcAft>
                <a:spcPts val="0"/>
              </a:spcAft>
              <a:buClr>
                <a:srgbClr val="FFFFFF"/>
              </a:buClr>
              <a:buSzPts val="1100"/>
              <a:buFont typeface="Bookman Old Style"/>
              <a:buNone/>
            </a:pPr>
            <a:fld id="{00000000-1234-1234-1234-123412341234}" type="slidenum">
              <a:rPr lang="en-US" sz="1100" b="0" i="0" u="none" strike="noStrike" cap="none">
                <a:solidFill>
                  <a:srgbClr val="FFFFFF"/>
                </a:solidFill>
                <a:latin typeface="Bookman Old Style"/>
                <a:ea typeface="Bookman Old Style"/>
                <a:cs typeface="Bookman Old Style"/>
                <a:sym typeface="Bookman Old Style"/>
              </a:rPr>
              <a:t>9</a:t>
            </a:fld>
            <a:endParaRPr sz="1400" b="0" i="0" u="none" strike="noStrike" cap="none">
              <a:solidFill>
                <a:srgbClr val="000000"/>
              </a:solidFill>
              <a:latin typeface="Arial"/>
              <a:ea typeface="Arial"/>
              <a:cs typeface="Arial"/>
              <a:sym typeface="Arial"/>
            </a:endParaRPr>
          </a:p>
        </p:txBody>
      </p:sp>
      <p:pic>
        <p:nvPicPr>
          <p:cNvPr id="217" name="Google Shape;217;p9" descr="4_1a"/>
          <p:cNvPicPr preferRelativeResize="0">
            <a:picLocks noGrp="1"/>
          </p:cNvPicPr>
          <p:nvPr>
            <p:ph type="body" idx="1"/>
          </p:nvPr>
        </p:nvPicPr>
        <p:blipFill rotWithShape="1">
          <a:blip r:embed="rId3">
            <a:alphaModFix/>
          </a:blip>
          <a:srcRect/>
          <a:stretch/>
        </p:blipFill>
        <p:spPr>
          <a:xfrm>
            <a:off x="6248400" y="2209800"/>
            <a:ext cx="4419600" cy="3962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10"/>
          <p:cNvSpPr txBox="1">
            <a:spLocks noGrp="1"/>
          </p:cNvSpPr>
          <p:nvPr>
            <p:ph type="title"/>
          </p:nvPr>
        </p:nvSpPr>
        <p:spPr>
          <a:xfrm>
            <a:off x="1219200" y="965200"/>
            <a:ext cx="9525000" cy="1187450"/>
          </a:xfrm>
          <a:prstGeom prst="rect">
            <a:avLst/>
          </a:prstGeom>
          <a:solidFill>
            <a:srgbClr val="FFFFFF"/>
          </a:solidFill>
          <a:ln>
            <a:noFill/>
          </a:ln>
        </p:spPr>
        <p:txBody>
          <a:bodyPr spcFirstLastPara="1" wrap="square" lIns="182875" tIns="182875" rIns="182875" bIns="182875" anchor="ctr" anchorCtr="0">
            <a:noAutofit/>
          </a:bodyPr>
          <a:lstStyle/>
          <a:p>
            <a:pPr marL="457200" lvl="0" indent="0" algn="ctr" rtl="0">
              <a:lnSpc>
                <a:spcPct val="100000"/>
              </a:lnSpc>
              <a:spcBef>
                <a:spcPts val="0"/>
              </a:spcBef>
              <a:spcAft>
                <a:spcPts val="0"/>
              </a:spcAft>
              <a:buSzPts val="1800"/>
              <a:buNone/>
            </a:pPr>
            <a:r>
              <a:rPr lang="en-US" sz="2800" b="1" i="0" u="none">
                <a:solidFill>
                  <a:srgbClr val="262626"/>
                </a:solidFill>
                <a:latin typeface="Bookman Old Style"/>
                <a:ea typeface="Bookman Old Style"/>
                <a:cs typeface="Bookman Old Style"/>
                <a:sym typeface="Bookman Old Style"/>
              </a:rPr>
              <a:t>Pseudocode of Merge</a:t>
            </a:r>
            <a:endParaRPr/>
          </a:p>
        </p:txBody>
      </p:sp>
      <p:sp>
        <p:nvSpPr>
          <p:cNvPr id="223" name="Google Shape;223;p10"/>
          <p:cNvSpPr txBox="1">
            <a:spLocks noGrp="1"/>
          </p:cNvSpPr>
          <p:nvPr>
            <p:ph type="body" idx="1"/>
          </p:nvPr>
        </p:nvSpPr>
        <p:spPr>
          <a:xfrm>
            <a:off x="1295400" y="2438400"/>
            <a:ext cx="9601200" cy="3779837"/>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1000"/>
              </a:spcBef>
              <a:spcAft>
                <a:spcPts val="0"/>
              </a:spcAft>
              <a:buSzPts val="1800"/>
              <a:buNone/>
            </a:pPr>
            <a:endParaRPr/>
          </a:p>
        </p:txBody>
      </p:sp>
      <p:sp>
        <p:nvSpPr>
          <p:cNvPr id="224" name="Google Shape;224;p10"/>
          <p:cNvSpPr/>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marR="0" lvl="0" indent="0" algn="ctr" rtl="0">
              <a:lnSpc>
                <a:spcPct val="100000"/>
              </a:lnSpc>
              <a:spcBef>
                <a:spcPts val="0"/>
              </a:spcBef>
              <a:spcAft>
                <a:spcPts val="0"/>
              </a:spcAft>
              <a:buClr>
                <a:srgbClr val="FFFFFF"/>
              </a:buClr>
              <a:buSzPts val="1100"/>
              <a:buFont typeface="Bookman Old Style"/>
              <a:buNone/>
            </a:pPr>
            <a:fld id="{00000000-1234-1234-1234-123412341234}" type="slidenum">
              <a:rPr lang="en-US" sz="1100" b="0" i="0" u="none" strike="noStrike" cap="none">
                <a:solidFill>
                  <a:srgbClr val="FFFFFF"/>
                </a:solidFill>
                <a:latin typeface="Bookman Old Style"/>
                <a:ea typeface="Bookman Old Style"/>
                <a:cs typeface="Bookman Old Style"/>
                <a:sym typeface="Bookman Old Style"/>
              </a:rPr>
              <a:t>10</a:t>
            </a:fld>
            <a:endParaRPr sz="1400" b="0" i="0" u="none" strike="noStrike" cap="none">
              <a:solidFill>
                <a:srgbClr val="000000"/>
              </a:solidFill>
              <a:latin typeface="Arial"/>
              <a:ea typeface="Arial"/>
              <a:cs typeface="Arial"/>
              <a:sym typeface="Arial"/>
            </a:endParaRPr>
          </a:p>
        </p:txBody>
      </p:sp>
      <p:pic>
        <p:nvPicPr>
          <p:cNvPr id="225" name="Google Shape;225;p10" descr="4_1b"/>
          <p:cNvPicPr preferRelativeResize="0">
            <a:picLocks noGrp="1"/>
          </p:cNvPicPr>
          <p:nvPr>
            <p:ph type="body" idx="1"/>
          </p:nvPr>
        </p:nvPicPr>
        <p:blipFill rotWithShape="1">
          <a:blip r:embed="rId3">
            <a:alphaModFix/>
          </a:blip>
          <a:srcRect/>
          <a:stretch/>
        </p:blipFill>
        <p:spPr>
          <a:xfrm>
            <a:off x="1295400" y="2362200"/>
            <a:ext cx="9677400" cy="3810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1"/>
          <p:cNvSpPr txBox="1">
            <a:spLocks noGrp="1"/>
          </p:cNvSpPr>
          <p:nvPr>
            <p:ph type="title"/>
          </p:nvPr>
        </p:nvSpPr>
        <p:spPr>
          <a:xfrm>
            <a:off x="1219200" y="762000"/>
            <a:ext cx="9525000" cy="1189037"/>
          </a:xfrm>
          <a:prstGeom prst="rect">
            <a:avLst/>
          </a:prstGeom>
          <a:solidFill>
            <a:srgbClr val="FFFFFF"/>
          </a:solidFill>
          <a:ln>
            <a:noFill/>
          </a:ln>
        </p:spPr>
        <p:txBody>
          <a:bodyPr spcFirstLastPara="1" wrap="square" lIns="182875" tIns="182875" rIns="182875" bIns="182875" anchor="ctr" anchorCtr="0">
            <a:noAutofit/>
          </a:bodyPr>
          <a:lstStyle/>
          <a:p>
            <a:pPr marL="457200" lvl="0" indent="0" algn="ctr" rtl="0">
              <a:lnSpc>
                <a:spcPct val="100000"/>
              </a:lnSpc>
              <a:spcBef>
                <a:spcPts val="0"/>
              </a:spcBef>
              <a:spcAft>
                <a:spcPts val="0"/>
              </a:spcAft>
              <a:buSzPts val="1800"/>
              <a:buNone/>
            </a:pPr>
            <a:r>
              <a:rPr lang="en-US" sz="2800" b="1" i="0" u="none">
                <a:solidFill>
                  <a:srgbClr val="000000"/>
                </a:solidFill>
                <a:latin typeface="Bookman Old Style"/>
                <a:ea typeface="Bookman Old Style"/>
                <a:cs typeface="Bookman Old Style"/>
                <a:sym typeface="Bookman Old Style"/>
              </a:rPr>
              <a:t>Analysis of Merge Sort</a:t>
            </a:r>
            <a:endParaRPr/>
          </a:p>
        </p:txBody>
      </p:sp>
      <p:sp>
        <p:nvSpPr>
          <p:cNvPr id="231" name="Google Shape;231;p11"/>
          <p:cNvSpPr txBox="1">
            <a:spLocks noGrp="1"/>
          </p:cNvSpPr>
          <p:nvPr>
            <p:ph type="body" idx="1"/>
          </p:nvPr>
        </p:nvSpPr>
        <p:spPr>
          <a:xfrm>
            <a:off x="1295400" y="1981200"/>
            <a:ext cx="9601200" cy="4237037"/>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1000"/>
              </a:spcBef>
              <a:spcAft>
                <a:spcPts val="0"/>
              </a:spcAft>
              <a:buClr>
                <a:schemeClr val="accent2"/>
              </a:buClr>
              <a:buSzPts val="200"/>
              <a:buFont typeface="Arial"/>
              <a:buChar char="•"/>
            </a:pPr>
            <a:r>
              <a:rPr lang="en-US" sz="1800" b="0" i="0" u="none">
                <a:solidFill>
                  <a:srgbClr val="262626"/>
                </a:solidFill>
                <a:latin typeface="Bookman Old Style"/>
                <a:ea typeface="Bookman Old Style"/>
                <a:cs typeface="Bookman Old Style"/>
                <a:sym typeface="Bookman Old Style"/>
              </a:rPr>
              <a:t>All cases have same efficiency: Θ(</a:t>
            </a:r>
            <a:r>
              <a:rPr lang="en-US" sz="1800" b="0" i="1" u="none">
                <a:solidFill>
                  <a:srgbClr val="262626"/>
                </a:solidFill>
                <a:latin typeface="Bookman Old Style"/>
                <a:ea typeface="Bookman Old Style"/>
                <a:cs typeface="Bookman Old Style"/>
                <a:sym typeface="Bookman Old Style"/>
              </a:rPr>
              <a:t>n </a:t>
            </a:r>
            <a:r>
              <a:rPr lang="en-US" sz="1800" b="0" i="0" u="none">
                <a:solidFill>
                  <a:srgbClr val="262626"/>
                </a:solidFill>
                <a:latin typeface="Bookman Old Style"/>
                <a:ea typeface="Bookman Old Style"/>
                <a:cs typeface="Bookman Old Style"/>
                <a:sym typeface="Bookman Old Style"/>
              </a:rPr>
              <a:t>log </a:t>
            </a:r>
            <a:r>
              <a:rPr lang="en-US" sz="1800" b="0" i="1" u="none">
                <a:solidFill>
                  <a:srgbClr val="262626"/>
                </a:solidFill>
                <a:latin typeface="Bookman Old Style"/>
                <a:ea typeface="Bookman Old Style"/>
                <a:cs typeface="Bookman Old Style"/>
                <a:sym typeface="Bookman Old Style"/>
              </a:rPr>
              <a:t>n</a:t>
            </a:r>
            <a:r>
              <a:rPr lang="en-US" sz="1800" b="0" i="0" u="none">
                <a:solidFill>
                  <a:srgbClr val="262626"/>
                </a:solidFill>
                <a:latin typeface="Bookman Old Style"/>
                <a:ea typeface="Bookman Old Style"/>
                <a:cs typeface="Bookman Old Style"/>
                <a:sym typeface="Bookman Old Style"/>
              </a:rPr>
              <a:t>) </a:t>
            </a:r>
            <a:endParaRPr/>
          </a:p>
          <a:p>
            <a:pPr marL="457200" lvl="0" indent="-342900" algn="l" rtl="0">
              <a:lnSpc>
                <a:spcPct val="100000"/>
              </a:lnSpc>
              <a:spcBef>
                <a:spcPts val="1000"/>
              </a:spcBef>
              <a:spcAft>
                <a:spcPts val="0"/>
              </a:spcAft>
              <a:buClr>
                <a:schemeClr val="accent2"/>
              </a:buClr>
              <a:buSzPts val="200"/>
              <a:buFont typeface="Arial"/>
              <a:buChar char="•"/>
            </a:pPr>
            <a:r>
              <a:rPr lang="en-US" sz="1800" b="0" i="0" u="none">
                <a:solidFill>
                  <a:srgbClr val="262626"/>
                </a:solidFill>
                <a:latin typeface="Bookman Old Style"/>
                <a:ea typeface="Bookman Old Style"/>
                <a:cs typeface="Bookman Old Style"/>
                <a:sym typeface="Bookman Old Style"/>
              </a:rPr>
              <a:t>Number of comparisons in the worst case is close to theoretical minimum for comparison-based sorting: </a:t>
            </a:r>
            <a:endParaRPr/>
          </a:p>
          <a:p>
            <a:pPr marL="914400" lvl="1" indent="-342900" algn="l" rtl="0">
              <a:lnSpc>
                <a:spcPct val="100000"/>
              </a:lnSpc>
              <a:spcBef>
                <a:spcPts val="1000"/>
              </a:spcBef>
              <a:spcAft>
                <a:spcPts val="0"/>
              </a:spcAft>
              <a:buSzPts val="1800"/>
              <a:buNone/>
            </a:pPr>
            <a:r>
              <a:rPr lang="en-US" sz="2400" b="0" i="0" u="none">
                <a:solidFill>
                  <a:srgbClr val="262626"/>
                </a:solidFill>
                <a:latin typeface="Bookman Old Style"/>
                <a:ea typeface="Bookman Old Style"/>
                <a:cs typeface="Bookman Old Style"/>
                <a:sym typeface="Bookman Old Style"/>
              </a:rPr>
              <a:t>  - Theoretical min:  ⎡log</a:t>
            </a:r>
            <a:r>
              <a:rPr lang="en-US" sz="2400" b="0" i="0" u="none" baseline="-25000">
                <a:solidFill>
                  <a:srgbClr val="262626"/>
                </a:solidFill>
                <a:latin typeface="Bookman Old Style"/>
                <a:ea typeface="Bookman Old Style"/>
                <a:cs typeface="Bookman Old Style"/>
                <a:sym typeface="Bookman Old Style"/>
              </a:rPr>
              <a:t>2</a:t>
            </a:r>
            <a:r>
              <a:rPr lang="en-US" sz="2400" b="0" i="0" u="none">
                <a:solidFill>
                  <a:srgbClr val="262626"/>
                </a:solidFill>
                <a:latin typeface="Bookman Old Style"/>
                <a:ea typeface="Bookman Old Style"/>
                <a:cs typeface="Bookman Old Style"/>
                <a:sym typeface="Bookman Old Style"/>
              </a:rPr>
              <a:t> </a:t>
            </a:r>
            <a:r>
              <a:rPr lang="en-US" sz="2400" b="0" i="1" u="none">
                <a:solidFill>
                  <a:srgbClr val="262626"/>
                </a:solidFill>
                <a:latin typeface="Bookman Old Style"/>
                <a:ea typeface="Bookman Old Style"/>
                <a:cs typeface="Bookman Old Style"/>
                <a:sym typeface="Bookman Old Style"/>
              </a:rPr>
              <a:t>n</a:t>
            </a:r>
            <a:r>
              <a:rPr lang="en-US" sz="2400" b="0" i="0" u="none">
                <a:solidFill>
                  <a:srgbClr val="262626"/>
                </a:solidFill>
                <a:latin typeface="Bookman Old Style"/>
                <a:ea typeface="Bookman Old Style"/>
                <a:cs typeface="Bookman Old Style"/>
                <a:sym typeface="Bookman Old Style"/>
              </a:rPr>
              <a:t>!⎤   ≈    </a:t>
            </a:r>
            <a:r>
              <a:rPr lang="en-US" sz="2400" b="0" i="1" u="none">
                <a:solidFill>
                  <a:srgbClr val="262626"/>
                </a:solidFill>
                <a:latin typeface="Bookman Old Style"/>
                <a:ea typeface="Bookman Old Style"/>
                <a:cs typeface="Bookman Old Style"/>
                <a:sym typeface="Bookman Old Style"/>
              </a:rPr>
              <a:t>n</a:t>
            </a:r>
            <a:r>
              <a:rPr lang="en-US" sz="2400" b="0" i="0" u="none">
                <a:solidFill>
                  <a:srgbClr val="262626"/>
                </a:solidFill>
                <a:latin typeface="Bookman Old Style"/>
                <a:ea typeface="Bookman Old Style"/>
                <a:cs typeface="Bookman Old Style"/>
                <a:sym typeface="Bookman Old Style"/>
              </a:rPr>
              <a:t> log</a:t>
            </a:r>
            <a:r>
              <a:rPr lang="en-US" sz="2400" b="0" i="0" u="none" baseline="-25000">
                <a:solidFill>
                  <a:srgbClr val="262626"/>
                </a:solidFill>
                <a:latin typeface="Bookman Old Style"/>
                <a:ea typeface="Bookman Old Style"/>
                <a:cs typeface="Bookman Old Style"/>
                <a:sym typeface="Bookman Old Style"/>
              </a:rPr>
              <a:t>2 </a:t>
            </a:r>
            <a:r>
              <a:rPr lang="en-US" sz="2400" b="0" i="1" u="none">
                <a:solidFill>
                  <a:srgbClr val="262626"/>
                </a:solidFill>
                <a:latin typeface="Bookman Old Style"/>
                <a:ea typeface="Bookman Old Style"/>
                <a:cs typeface="Bookman Old Style"/>
                <a:sym typeface="Bookman Old Style"/>
              </a:rPr>
              <a:t>n  </a:t>
            </a:r>
            <a:r>
              <a:rPr lang="en-US" sz="2400" b="0" i="0" u="none">
                <a:solidFill>
                  <a:srgbClr val="262626"/>
                </a:solidFill>
                <a:latin typeface="Bookman Old Style"/>
                <a:ea typeface="Bookman Old Style"/>
                <a:cs typeface="Bookman Old Style"/>
                <a:sym typeface="Bookman Old Style"/>
              </a:rPr>
              <a:t>- 1.44</a:t>
            </a:r>
            <a:r>
              <a:rPr lang="en-US" sz="2400" b="0" i="1" u="none">
                <a:solidFill>
                  <a:srgbClr val="262626"/>
                </a:solidFill>
                <a:latin typeface="Bookman Old Style"/>
                <a:ea typeface="Bookman Old Style"/>
                <a:cs typeface="Bookman Old Style"/>
                <a:sym typeface="Bookman Old Style"/>
              </a:rPr>
              <a:t>n</a:t>
            </a:r>
            <a:endParaRPr sz="1600" b="0" i="0" u="none">
              <a:solidFill>
                <a:srgbClr val="262626"/>
              </a:solidFill>
              <a:latin typeface="Bookman Old Style"/>
              <a:ea typeface="Bookman Old Style"/>
              <a:cs typeface="Bookman Old Style"/>
              <a:sym typeface="Bookman Old Style"/>
            </a:endParaRPr>
          </a:p>
          <a:p>
            <a:pPr marL="457200" lvl="0" indent="-342900" algn="l" rtl="0">
              <a:lnSpc>
                <a:spcPct val="100000"/>
              </a:lnSpc>
              <a:spcBef>
                <a:spcPts val="1000"/>
              </a:spcBef>
              <a:spcAft>
                <a:spcPts val="0"/>
              </a:spcAft>
              <a:buClr>
                <a:schemeClr val="accent2"/>
              </a:buClr>
              <a:buSzPts val="200"/>
              <a:buFont typeface="Arial"/>
              <a:buChar char="•"/>
            </a:pPr>
            <a:r>
              <a:rPr lang="en-US" sz="1800" b="0" i="0" u="none">
                <a:solidFill>
                  <a:srgbClr val="262626"/>
                </a:solidFill>
                <a:latin typeface="Bookman Old Style"/>
                <a:ea typeface="Bookman Old Style"/>
                <a:cs typeface="Bookman Old Style"/>
                <a:sym typeface="Bookman Old Style"/>
              </a:rPr>
              <a:t>Space requirement: </a:t>
            </a:r>
            <a:endParaRPr/>
          </a:p>
          <a:p>
            <a:pPr marL="914400" lvl="1" indent="-342900" algn="l" rtl="0">
              <a:lnSpc>
                <a:spcPct val="100000"/>
              </a:lnSpc>
              <a:spcBef>
                <a:spcPts val="1000"/>
              </a:spcBef>
              <a:spcAft>
                <a:spcPts val="0"/>
              </a:spcAft>
              <a:buClr>
                <a:schemeClr val="accent2"/>
              </a:buClr>
              <a:buSzPts val="200"/>
              <a:buFont typeface="Arial"/>
              <a:buChar char="•"/>
            </a:pPr>
            <a:r>
              <a:rPr lang="en-US" sz="1600" b="0" i="0" u="none">
                <a:solidFill>
                  <a:srgbClr val="262626"/>
                </a:solidFill>
                <a:latin typeface="Bookman Old Style"/>
                <a:ea typeface="Bookman Old Style"/>
                <a:cs typeface="Bookman Old Style"/>
                <a:sym typeface="Bookman Old Style"/>
              </a:rPr>
              <a:t>Book’s algorithm: n + n Sum(1+1/2+1/4+…) = n + n Θ(2)= Θ(3n)</a:t>
            </a:r>
            <a:endParaRPr/>
          </a:p>
          <a:p>
            <a:pPr marL="914400" lvl="1" indent="-342900" algn="l" rtl="0">
              <a:lnSpc>
                <a:spcPct val="100000"/>
              </a:lnSpc>
              <a:spcBef>
                <a:spcPts val="1000"/>
              </a:spcBef>
              <a:spcAft>
                <a:spcPts val="0"/>
              </a:spcAft>
              <a:buClr>
                <a:schemeClr val="accent2"/>
              </a:buClr>
              <a:buSzPts val="200"/>
              <a:buFont typeface="Arial"/>
              <a:buChar char="•"/>
            </a:pPr>
            <a:r>
              <a:rPr lang="en-US" sz="1600" b="0" i="0" u="none">
                <a:solidFill>
                  <a:srgbClr val="262626"/>
                </a:solidFill>
                <a:latin typeface="Bookman Old Style"/>
                <a:ea typeface="Bookman Old Style"/>
                <a:cs typeface="Bookman Old Style"/>
                <a:sym typeface="Bookman Old Style"/>
              </a:rPr>
              <a:t>Can be done Θ(2</a:t>
            </a:r>
            <a:r>
              <a:rPr lang="en-US" sz="1600" b="0" i="1" u="none">
                <a:solidFill>
                  <a:srgbClr val="262626"/>
                </a:solidFill>
                <a:latin typeface="Bookman Old Style"/>
                <a:ea typeface="Bookman Old Style"/>
                <a:cs typeface="Bookman Old Style"/>
                <a:sym typeface="Bookman Old Style"/>
              </a:rPr>
              <a:t>n</a:t>
            </a:r>
            <a:r>
              <a:rPr lang="en-US" sz="1600" b="0" i="0" u="none">
                <a:solidFill>
                  <a:srgbClr val="262626"/>
                </a:solidFill>
                <a:latin typeface="Bookman Old Style"/>
                <a:ea typeface="Bookman Old Style"/>
                <a:cs typeface="Bookman Old Style"/>
                <a:sym typeface="Bookman Old Style"/>
              </a:rPr>
              <a:t>) : Don’t copy in sort; just specify bounds, copy into extra array on merge, then copy back</a:t>
            </a:r>
            <a:endParaRPr/>
          </a:p>
          <a:p>
            <a:pPr marL="1371600" lvl="2" indent="-342900" algn="l" rtl="0">
              <a:lnSpc>
                <a:spcPct val="100000"/>
              </a:lnSpc>
              <a:spcBef>
                <a:spcPts val="1000"/>
              </a:spcBef>
              <a:spcAft>
                <a:spcPts val="0"/>
              </a:spcAft>
              <a:buClr>
                <a:schemeClr val="accent2"/>
              </a:buClr>
              <a:buSzPts val="200"/>
              <a:buFont typeface="Arial"/>
              <a:buChar char="•"/>
            </a:pPr>
            <a:r>
              <a:rPr lang="en-US" sz="1600" b="0" i="0" u="none">
                <a:solidFill>
                  <a:srgbClr val="262626"/>
                </a:solidFill>
                <a:latin typeface="Bookman Old Style"/>
                <a:ea typeface="Bookman Old Style"/>
                <a:cs typeface="Bookman Old Style"/>
                <a:sym typeface="Bookman Old Style"/>
              </a:rPr>
              <a:t>Any other space required?</a:t>
            </a:r>
            <a:endParaRPr/>
          </a:p>
          <a:p>
            <a:pPr marL="914400" lvl="1" indent="-342900" algn="l" rtl="0">
              <a:lnSpc>
                <a:spcPct val="100000"/>
              </a:lnSpc>
              <a:spcBef>
                <a:spcPts val="1000"/>
              </a:spcBef>
              <a:spcAft>
                <a:spcPts val="0"/>
              </a:spcAft>
              <a:buClr>
                <a:schemeClr val="accent2"/>
              </a:buClr>
              <a:buSzPts val="200"/>
              <a:buFont typeface="Arial"/>
              <a:buChar char="•"/>
            </a:pPr>
            <a:r>
              <a:rPr lang="en-US" sz="1600" b="0" i="0" u="none">
                <a:solidFill>
                  <a:srgbClr val="262626"/>
                </a:solidFill>
                <a:latin typeface="Bookman Old Style"/>
                <a:ea typeface="Bookman Old Style"/>
                <a:cs typeface="Bookman Old Style"/>
                <a:sym typeface="Bookman Old Style"/>
              </a:rPr>
              <a:t>Can be implemented in place.  How …</a:t>
            </a:r>
            <a:endParaRPr/>
          </a:p>
          <a:p>
            <a:pPr marL="457200" lvl="0" indent="-342900" algn="l" rtl="0">
              <a:lnSpc>
                <a:spcPct val="100000"/>
              </a:lnSpc>
              <a:spcBef>
                <a:spcPts val="1000"/>
              </a:spcBef>
              <a:spcAft>
                <a:spcPts val="0"/>
              </a:spcAft>
              <a:buClr>
                <a:schemeClr val="accent2"/>
              </a:buClr>
              <a:buSzPts val="200"/>
              <a:buFont typeface="Arial"/>
              <a:buChar char="•"/>
            </a:pPr>
            <a:r>
              <a:rPr lang="en-US" sz="1800" b="0" i="0" u="none">
                <a:solidFill>
                  <a:srgbClr val="262626"/>
                </a:solidFill>
                <a:latin typeface="Bookman Old Style"/>
                <a:ea typeface="Bookman Old Style"/>
                <a:cs typeface="Bookman Old Style"/>
                <a:sym typeface="Bookman Old Style"/>
              </a:rPr>
              <a:t>Can be implemented without recursion (bottom-up)</a:t>
            </a:r>
            <a:endParaRPr/>
          </a:p>
          <a:p>
            <a:pPr marL="457200" lvl="0" indent="-228600" algn="l" rtl="0">
              <a:lnSpc>
                <a:spcPct val="100000"/>
              </a:lnSpc>
              <a:spcBef>
                <a:spcPts val="1000"/>
              </a:spcBef>
              <a:spcAft>
                <a:spcPts val="0"/>
              </a:spcAft>
              <a:buSzPts val="1800"/>
              <a:buNone/>
            </a:pPr>
            <a:endParaRPr sz="1800" b="0" i="0" u="none">
              <a:solidFill>
                <a:srgbClr val="262626"/>
              </a:solidFill>
              <a:latin typeface="Bookman Old Style"/>
              <a:ea typeface="Bookman Old Style"/>
              <a:cs typeface="Bookman Old Style"/>
              <a:sym typeface="Bookman Old Style"/>
            </a:endParaRPr>
          </a:p>
        </p:txBody>
      </p:sp>
      <p:sp>
        <p:nvSpPr>
          <p:cNvPr id="232" name="Google Shape;232;p11"/>
          <p:cNvSpPr/>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marR="0" lvl="0" indent="0" algn="ctr" rtl="0">
              <a:lnSpc>
                <a:spcPct val="100000"/>
              </a:lnSpc>
              <a:spcBef>
                <a:spcPts val="0"/>
              </a:spcBef>
              <a:spcAft>
                <a:spcPts val="0"/>
              </a:spcAft>
              <a:buClr>
                <a:srgbClr val="FFFFFF"/>
              </a:buClr>
              <a:buSzPts val="1100"/>
              <a:buFont typeface="Bookman Old Style"/>
              <a:buNone/>
            </a:pPr>
            <a:fld id="{00000000-1234-1234-1234-123412341234}" type="slidenum">
              <a:rPr lang="en-US" sz="1100" b="0" i="0" u="none" strike="noStrike" cap="none">
                <a:solidFill>
                  <a:srgbClr val="FFFFFF"/>
                </a:solidFill>
                <a:latin typeface="Bookman Old Style"/>
                <a:ea typeface="Bookman Old Style"/>
                <a:cs typeface="Bookman Old Style"/>
                <a:sym typeface="Bookman Old Style"/>
              </a:rPr>
              <a:t>11</a:t>
            </a:fld>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2"/>
          <p:cNvSpPr txBox="1">
            <a:spLocks noGrp="1"/>
          </p:cNvSpPr>
          <p:nvPr>
            <p:ph type="title"/>
          </p:nvPr>
        </p:nvSpPr>
        <p:spPr>
          <a:xfrm>
            <a:off x="1219200" y="762000"/>
            <a:ext cx="9525000" cy="1189037"/>
          </a:xfrm>
          <a:prstGeom prst="rect">
            <a:avLst/>
          </a:prstGeom>
          <a:solidFill>
            <a:srgbClr val="FFFFFF"/>
          </a:solidFill>
          <a:ln>
            <a:noFill/>
          </a:ln>
        </p:spPr>
        <p:txBody>
          <a:bodyPr spcFirstLastPara="1" wrap="square" lIns="182875" tIns="182875" rIns="182875" bIns="182875" anchor="ctr" anchorCtr="0">
            <a:noAutofit/>
          </a:bodyPr>
          <a:lstStyle/>
          <a:p>
            <a:pPr marL="457200" lvl="0" indent="0" algn="ctr" rtl="0">
              <a:lnSpc>
                <a:spcPct val="100000"/>
              </a:lnSpc>
              <a:spcBef>
                <a:spcPts val="0"/>
              </a:spcBef>
              <a:spcAft>
                <a:spcPts val="0"/>
              </a:spcAft>
              <a:buSzPts val="1800"/>
              <a:buNone/>
            </a:pPr>
            <a:r>
              <a:rPr lang="en-US" sz="2800" b="1" i="0" u="none">
                <a:solidFill>
                  <a:srgbClr val="000000"/>
                </a:solidFill>
                <a:latin typeface="Bookman Old Style"/>
                <a:ea typeface="Bookman Old Style"/>
                <a:cs typeface="Bookman Old Style"/>
                <a:sym typeface="Bookman Old Style"/>
              </a:rPr>
              <a:t>Quick Sort</a:t>
            </a:r>
            <a:endParaRPr/>
          </a:p>
        </p:txBody>
      </p:sp>
      <p:sp>
        <p:nvSpPr>
          <p:cNvPr id="238" name="Google Shape;238;p12"/>
          <p:cNvSpPr txBox="1">
            <a:spLocks noGrp="1"/>
          </p:cNvSpPr>
          <p:nvPr>
            <p:ph type="body" idx="1"/>
          </p:nvPr>
        </p:nvSpPr>
        <p:spPr>
          <a:xfrm>
            <a:off x="1295400" y="1981200"/>
            <a:ext cx="9601200" cy="4237037"/>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1000"/>
              </a:spcBef>
              <a:spcAft>
                <a:spcPts val="0"/>
              </a:spcAft>
              <a:buClr>
                <a:schemeClr val="accent2"/>
              </a:buClr>
              <a:buSzPts val="200"/>
              <a:buFont typeface="Arial"/>
              <a:buChar char="•"/>
            </a:pPr>
            <a:r>
              <a:rPr lang="en-US" sz="1800" b="0" i="0" u="none">
                <a:solidFill>
                  <a:srgbClr val="262626"/>
                </a:solidFill>
                <a:latin typeface="Bookman Old Style"/>
                <a:ea typeface="Bookman Old Style"/>
                <a:cs typeface="Bookman Old Style"/>
                <a:sym typeface="Bookman Old Style"/>
              </a:rPr>
              <a:t>Select a </a:t>
            </a:r>
            <a:r>
              <a:rPr lang="en-US" sz="1800" b="0" i="1" u="none">
                <a:solidFill>
                  <a:srgbClr val="262626"/>
                </a:solidFill>
                <a:latin typeface="Bookman Old Style"/>
                <a:ea typeface="Bookman Old Style"/>
                <a:cs typeface="Bookman Old Style"/>
                <a:sym typeface="Bookman Old Style"/>
              </a:rPr>
              <a:t>pivot</a:t>
            </a:r>
            <a:r>
              <a:rPr lang="en-US" sz="1800" b="0" i="0" u="none">
                <a:solidFill>
                  <a:srgbClr val="262626"/>
                </a:solidFill>
                <a:latin typeface="Bookman Old Style"/>
                <a:ea typeface="Bookman Old Style"/>
                <a:cs typeface="Bookman Old Style"/>
                <a:sym typeface="Bookman Old Style"/>
              </a:rPr>
              <a:t> (partitioning element) – here, the first element</a:t>
            </a:r>
            <a:endParaRPr/>
          </a:p>
          <a:p>
            <a:pPr marL="457200" lvl="0" indent="-342900" algn="l" rtl="0">
              <a:lnSpc>
                <a:spcPct val="100000"/>
              </a:lnSpc>
              <a:spcBef>
                <a:spcPts val="1000"/>
              </a:spcBef>
              <a:spcAft>
                <a:spcPts val="0"/>
              </a:spcAft>
              <a:buClr>
                <a:schemeClr val="accent2"/>
              </a:buClr>
              <a:buSzPts val="200"/>
              <a:buFont typeface="Arial"/>
              <a:buChar char="•"/>
            </a:pPr>
            <a:r>
              <a:rPr lang="en-US" sz="1800" b="0" i="0" u="none">
                <a:solidFill>
                  <a:srgbClr val="262626"/>
                </a:solidFill>
                <a:latin typeface="Bookman Old Style"/>
                <a:ea typeface="Bookman Old Style"/>
                <a:cs typeface="Bookman Old Style"/>
                <a:sym typeface="Bookman Old Style"/>
              </a:rPr>
              <a:t>Rearrange the list so that all the elements in the first </a:t>
            </a:r>
            <a:r>
              <a:rPr lang="en-US" sz="1800" b="0" i="1" u="none">
                <a:solidFill>
                  <a:srgbClr val="262626"/>
                </a:solidFill>
                <a:latin typeface="Bookman Old Style"/>
                <a:ea typeface="Bookman Old Style"/>
                <a:cs typeface="Bookman Old Style"/>
                <a:sym typeface="Bookman Old Style"/>
              </a:rPr>
              <a:t>s </a:t>
            </a:r>
            <a:r>
              <a:rPr lang="en-US" sz="1800" b="0" i="0" u="none">
                <a:solidFill>
                  <a:srgbClr val="262626"/>
                </a:solidFill>
                <a:latin typeface="Bookman Old Style"/>
                <a:ea typeface="Bookman Old Style"/>
                <a:cs typeface="Bookman Old Style"/>
                <a:sym typeface="Bookman Old Style"/>
              </a:rPr>
              <a:t>positions are smaller than or equal to the pivot and all the elements in the remaining </a:t>
            </a:r>
            <a:r>
              <a:rPr lang="en-US" sz="1800" b="0" i="1" u="none">
                <a:solidFill>
                  <a:srgbClr val="262626"/>
                </a:solidFill>
                <a:latin typeface="Bookman Old Style"/>
                <a:ea typeface="Bookman Old Style"/>
                <a:cs typeface="Bookman Old Style"/>
                <a:sym typeface="Bookman Old Style"/>
              </a:rPr>
              <a:t>n-s </a:t>
            </a:r>
            <a:r>
              <a:rPr lang="en-US" sz="1800" b="0" i="0" u="none">
                <a:solidFill>
                  <a:srgbClr val="262626"/>
                </a:solidFill>
                <a:latin typeface="Bookman Old Style"/>
                <a:ea typeface="Bookman Old Style"/>
                <a:cs typeface="Bookman Old Style"/>
                <a:sym typeface="Bookman Old Style"/>
              </a:rPr>
              <a:t>positions are larger than or equal to the pivot (see next slide for an algorithm)</a:t>
            </a:r>
            <a:endParaRPr/>
          </a:p>
          <a:p>
            <a:pPr marL="457200" lvl="0" indent="-342900" algn="l" rtl="0">
              <a:lnSpc>
                <a:spcPct val="100000"/>
              </a:lnSpc>
              <a:spcBef>
                <a:spcPts val="1000"/>
              </a:spcBef>
              <a:spcAft>
                <a:spcPts val="0"/>
              </a:spcAft>
              <a:buClr>
                <a:schemeClr val="accent2"/>
              </a:buClr>
              <a:buSzPts val="200"/>
              <a:buFont typeface="Arial"/>
              <a:buChar char="•"/>
            </a:pPr>
            <a:r>
              <a:rPr lang="en-US" sz="1800" b="0" i="0" u="none">
                <a:solidFill>
                  <a:srgbClr val="262626"/>
                </a:solidFill>
                <a:latin typeface="Bookman Old Style"/>
                <a:ea typeface="Bookman Old Style"/>
                <a:cs typeface="Bookman Old Style"/>
                <a:sym typeface="Bookman Old Style"/>
              </a:rPr>
              <a:t/>
            </a:r>
            <a:br>
              <a:rPr lang="en-US" sz="1800" b="0" i="0" u="none">
                <a:solidFill>
                  <a:srgbClr val="262626"/>
                </a:solidFill>
                <a:latin typeface="Bookman Old Style"/>
                <a:ea typeface="Bookman Old Style"/>
                <a:cs typeface="Bookman Old Style"/>
                <a:sym typeface="Bookman Old Style"/>
              </a:rPr>
            </a:br>
            <a:endParaRPr/>
          </a:p>
          <a:p>
            <a:pPr marL="457200" lvl="0" indent="-330200" algn="l" rtl="0">
              <a:lnSpc>
                <a:spcPct val="100000"/>
              </a:lnSpc>
              <a:spcBef>
                <a:spcPts val="1000"/>
              </a:spcBef>
              <a:spcAft>
                <a:spcPts val="0"/>
              </a:spcAft>
              <a:buClr>
                <a:schemeClr val="accent2"/>
              </a:buClr>
              <a:buSzPts val="200"/>
              <a:buFont typeface="Arial"/>
              <a:buNone/>
            </a:pPr>
            <a:endParaRPr sz="1800" b="0" i="0" u="none">
              <a:solidFill>
                <a:srgbClr val="262626"/>
              </a:solidFill>
              <a:latin typeface="Bookman Old Style"/>
              <a:ea typeface="Bookman Old Style"/>
              <a:cs typeface="Bookman Old Style"/>
              <a:sym typeface="Bookman Old Style"/>
            </a:endParaRPr>
          </a:p>
          <a:p>
            <a:pPr marL="457200" lvl="0" indent="-330200" algn="l" rtl="0">
              <a:lnSpc>
                <a:spcPct val="100000"/>
              </a:lnSpc>
              <a:spcBef>
                <a:spcPts val="1000"/>
              </a:spcBef>
              <a:spcAft>
                <a:spcPts val="0"/>
              </a:spcAft>
              <a:buClr>
                <a:schemeClr val="accent2"/>
              </a:buClr>
              <a:buSzPts val="200"/>
              <a:buFont typeface="Arial"/>
              <a:buNone/>
            </a:pPr>
            <a:endParaRPr sz="1800" b="0" i="0" u="none">
              <a:solidFill>
                <a:srgbClr val="262626"/>
              </a:solidFill>
              <a:latin typeface="Bookman Old Style"/>
              <a:ea typeface="Bookman Old Style"/>
              <a:cs typeface="Bookman Old Style"/>
              <a:sym typeface="Bookman Old Style"/>
            </a:endParaRPr>
          </a:p>
          <a:p>
            <a:pPr marL="457200" lvl="0" indent="-342900" algn="l" rtl="0">
              <a:lnSpc>
                <a:spcPct val="100000"/>
              </a:lnSpc>
              <a:spcBef>
                <a:spcPts val="1000"/>
              </a:spcBef>
              <a:spcAft>
                <a:spcPts val="0"/>
              </a:spcAft>
              <a:buClr>
                <a:schemeClr val="accent2"/>
              </a:buClr>
              <a:buSzPts val="200"/>
              <a:buFont typeface="Arial"/>
              <a:buChar char="•"/>
            </a:pPr>
            <a:r>
              <a:rPr lang="en-US" sz="1800" b="0" i="0" u="none">
                <a:solidFill>
                  <a:srgbClr val="262626"/>
                </a:solidFill>
                <a:latin typeface="Bookman Old Style"/>
                <a:ea typeface="Bookman Old Style"/>
                <a:cs typeface="Bookman Old Style"/>
                <a:sym typeface="Bookman Old Style"/>
              </a:rPr>
              <a:t>Exchange the pivot with the last element in the first (i.e., ≤) subarray — the pivot is now in its final position</a:t>
            </a:r>
            <a:endParaRPr/>
          </a:p>
          <a:p>
            <a:pPr marL="457200" lvl="0" indent="-342900" algn="l" rtl="0">
              <a:lnSpc>
                <a:spcPct val="100000"/>
              </a:lnSpc>
              <a:spcBef>
                <a:spcPts val="1000"/>
              </a:spcBef>
              <a:spcAft>
                <a:spcPts val="0"/>
              </a:spcAft>
              <a:buClr>
                <a:schemeClr val="accent2"/>
              </a:buClr>
              <a:buSzPts val="200"/>
              <a:buFont typeface="Arial"/>
              <a:buChar char="•"/>
            </a:pPr>
            <a:r>
              <a:rPr lang="en-US" sz="1800" b="0" i="0" u="none">
                <a:solidFill>
                  <a:srgbClr val="262626"/>
                </a:solidFill>
                <a:latin typeface="Bookman Old Style"/>
                <a:ea typeface="Bookman Old Style"/>
                <a:cs typeface="Bookman Old Style"/>
                <a:sym typeface="Bookman Old Style"/>
              </a:rPr>
              <a:t>Sort the two subarrays recursively</a:t>
            </a:r>
            <a:endParaRPr/>
          </a:p>
        </p:txBody>
      </p:sp>
      <p:sp>
        <p:nvSpPr>
          <p:cNvPr id="239" name="Google Shape;239;p12"/>
          <p:cNvSpPr/>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marR="0" lvl="0" indent="0" algn="ctr" rtl="0">
              <a:lnSpc>
                <a:spcPct val="100000"/>
              </a:lnSpc>
              <a:spcBef>
                <a:spcPts val="0"/>
              </a:spcBef>
              <a:spcAft>
                <a:spcPts val="0"/>
              </a:spcAft>
              <a:buClr>
                <a:srgbClr val="FFFFFF"/>
              </a:buClr>
              <a:buSzPts val="1100"/>
              <a:buFont typeface="Bookman Old Style"/>
              <a:buNone/>
            </a:pPr>
            <a:fld id="{00000000-1234-1234-1234-123412341234}" type="slidenum">
              <a:rPr lang="en-US" sz="1100" b="0" i="0" u="none" strike="noStrike" cap="none">
                <a:solidFill>
                  <a:srgbClr val="FFFFFF"/>
                </a:solidFill>
                <a:latin typeface="Bookman Old Style"/>
                <a:ea typeface="Bookman Old Style"/>
                <a:cs typeface="Bookman Old Style"/>
                <a:sym typeface="Bookman Old Style"/>
              </a:rPr>
              <a:t>12</a:t>
            </a:fld>
            <a:endParaRPr sz="1400" b="0" i="0" u="none" strike="noStrike" cap="none">
              <a:solidFill>
                <a:srgbClr val="000000"/>
              </a:solidFill>
              <a:latin typeface="Arial"/>
              <a:ea typeface="Arial"/>
              <a:cs typeface="Arial"/>
              <a:sym typeface="Arial"/>
            </a:endParaRPr>
          </a:p>
        </p:txBody>
      </p:sp>
      <p:grpSp>
        <p:nvGrpSpPr>
          <p:cNvPr id="240" name="Google Shape;240;p12"/>
          <p:cNvGrpSpPr/>
          <p:nvPr/>
        </p:nvGrpSpPr>
        <p:grpSpPr>
          <a:xfrm>
            <a:off x="2667000" y="3505200"/>
            <a:ext cx="7010400" cy="1524000"/>
            <a:chOff x="672" y="2928"/>
            <a:chExt cx="4416" cy="960"/>
          </a:xfrm>
        </p:grpSpPr>
        <p:grpSp>
          <p:nvGrpSpPr>
            <p:cNvPr id="241" name="Google Shape;241;p12"/>
            <p:cNvGrpSpPr/>
            <p:nvPr/>
          </p:nvGrpSpPr>
          <p:grpSpPr>
            <a:xfrm>
              <a:off x="672" y="2928"/>
              <a:ext cx="4416" cy="672"/>
              <a:chOff x="672" y="3312"/>
              <a:chExt cx="4416" cy="672"/>
            </a:xfrm>
          </p:grpSpPr>
          <p:sp>
            <p:nvSpPr>
              <p:cNvPr id="242" name="Google Shape;242;p12"/>
              <p:cNvSpPr txBox="1"/>
              <p:nvPr/>
            </p:nvSpPr>
            <p:spPr>
              <a:xfrm>
                <a:off x="672" y="3312"/>
                <a:ext cx="4416" cy="336"/>
              </a:xfrm>
              <a:prstGeom prst="rect">
                <a:avLst/>
              </a:prstGeom>
              <a:solidFill>
                <a:schemeClr val="accent1"/>
              </a:solid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43" name="Google Shape;243;p12"/>
              <p:cNvCxnSpPr/>
              <p:nvPr/>
            </p:nvCxnSpPr>
            <p:spPr>
              <a:xfrm>
                <a:off x="864" y="3312"/>
                <a:ext cx="0" cy="336"/>
              </a:xfrm>
              <a:prstGeom prst="straightConnector1">
                <a:avLst/>
              </a:prstGeom>
              <a:noFill/>
              <a:ln w="12700" cap="flat" cmpd="sng">
                <a:solidFill>
                  <a:srgbClr val="FF0000"/>
                </a:solidFill>
                <a:prstDash val="solid"/>
                <a:miter lim="800000"/>
                <a:headEnd type="none" w="sm" len="sm"/>
                <a:tailEnd type="none" w="sm" len="sm"/>
              </a:ln>
            </p:spPr>
          </p:cxnSp>
          <p:cxnSp>
            <p:nvCxnSpPr>
              <p:cNvPr id="244" name="Google Shape;244;p12"/>
              <p:cNvCxnSpPr/>
              <p:nvPr/>
            </p:nvCxnSpPr>
            <p:spPr>
              <a:xfrm>
                <a:off x="2448" y="3312"/>
                <a:ext cx="0" cy="336"/>
              </a:xfrm>
              <a:prstGeom prst="straightConnector1">
                <a:avLst/>
              </a:prstGeom>
              <a:noFill/>
              <a:ln w="12700" cap="flat" cmpd="sng">
                <a:solidFill>
                  <a:srgbClr val="FF0000"/>
                </a:solidFill>
                <a:prstDash val="solid"/>
                <a:miter lim="800000"/>
                <a:headEnd type="none" w="sm" len="sm"/>
                <a:tailEnd type="none" w="sm" len="sm"/>
              </a:ln>
            </p:spPr>
          </p:cxnSp>
          <p:cxnSp>
            <p:nvCxnSpPr>
              <p:cNvPr id="245" name="Google Shape;245;p12"/>
              <p:cNvCxnSpPr/>
              <p:nvPr/>
            </p:nvCxnSpPr>
            <p:spPr>
              <a:xfrm>
                <a:off x="2640" y="3312"/>
                <a:ext cx="0" cy="336"/>
              </a:xfrm>
              <a:prstGeom prst="straightConnector1">
                <a:avLst/>
              </a:prstGeom>
              <a:noFill/>
              <a:ln w="12700" cap="flat" cmpd="sng">
                <a:solidFill>
                  <a:srgbClr val="FF0000"/>
                </a:solidFill>
                <a:prstDash val="solid"/>
                <a:miter lim="800000"/>
                <a:headEnd type="none" w="sm" len="sm"/>
                <a:tailEnd type="none" w="sm" len="sm"/>
              </a:ln>
            </p:spPr>
          </p:cxnSp>
          <p:sp>
            <p:nvSpPr>
              <p:cNvPr id="246" name="Google Shape;246;p12"/>
              <p:cNvSpPr txBox="1"/>
              <p:nvPr/>
            </p:nvSpPr>
            <p:spPr>
              <a:xfrm>
                <a:off x="672" y="3312"/>
                <a:ext cx="144" cy="2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2"/>
                  </a:buClr>
                  <a:buSzPts val="1400"/>
                  <a:buFont typeface="Arial"/>
                  <a:buNone/>
                </a:pPr>
                <a:r>
                  <a:rPr lang="en-US" sz="1400" b="0" i="1" u="none" strike="noStrike" cap="none">
                    <a:solidFill>
                      <a:schemeClr val="dk2"/>
                    </a:solidFill>
                    <a:latin typeface="Arial"/>
                    <a:ea typeface="Arial"/>
                    <a:cs typeface="Arial"/>
                    <a:sym typeface="Arial"/>
                  </a:rPr>
                  <a:t>p</a:t>
                </a:r>
                <a:endParaRPr sz="1400" b="0" i="0" u="none" strike="noStrike" cap="none">
                  <a:solidFill>
                    <a:srgbClr val="000000"/>
                  </a:solidFill>
                  <a:latin typeface="Arial"/>
                  <a:ea typeface="Arial"/>
                  <a:cs typeface="Arial"/>
                  <a:sym typeface="Arial"/>
                </a:endParaRPr>
              </a:p>
            </p:txBody>
          </p:sp>
          <p:sp>
            <p:nvSpPr>
              <p:cNvPr id="247" name="Google Shape;247;p12"/>
              <p:cNvSpPr/>
              <p:nvPr/>
            </p:nvSpPr>
            <p:spPr>
              <a:xfrm rot="-5400000">
                <a:off x="1584" y="2976"/>
                <a:ext cx="288" cy="1728"/>
              </a:xfrm>
              <a:prstGeom prst="leftBrace">
                <a:avLst>
                  <a:gd name="adj1" fmla="val 8333"/>
                  <a:gd name="adj2" fmla="val 50000"/>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 name="Google Shape;248;p12"/>
              <p:cNvSpPr/>
              <p:nvPr/>
            </p:nvSpPr>
            <p:spPr>
              <a:xfrm rot="-5400000">
                <a:off x="3744" y="2640"/>
                <a:ext cx="288" cy="2400"/>
              </a:xfrm>
              <a:prstGeom prst="leftBrace">
                <a:avLst>
                  <a:gd name="adj1" fmla="val 8333"/>
                  <a:gd name="adj2" fmla="val 50000"/>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49" name="Google Shape;249;p12"/>
            <p:cNvSpPr txBox="1"/>
            <p:nvPr/>
          </p:nvSpPr>
          <p:spPr>
            <a:xfrm>
              <a:off x="1440" y="3600"/>
              <a:ext cx="637" cy="2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A[</a:t>
              </a:r>
              <a:r>
                <a:rPr lang="en-US" sz="1400" b="0" i="1" u="none" strike="noStrike" cap="none">
                  <a:solidFill>
                    <a:srgbClr val="000000"/>
                  </a:solidFill>
                  <a:latin typeface="Arial"/>
                  <a:ea typeface="Arial"/>
                  <a:cs typeface="Arial"/>
                  <a:sym typeface="Arial"/>
                </a:rPr>
                <a:t>i</a:t>
              </a:r>
              <a:r>
                <a:rPr lang="en-US" sz="1400" b="0" i="0" u="none" strike="noStrike" cap="none">
                  <a:solidFill>
                    <a:srgbClr val="000000"/>
                  </a:solidFill>
                  <a:latin typeface="Arial"/>
                  <a:ea typeface="Arial"/>
                  <a:cs typeface="Arial"/>
                  <a:sym typeface="Arial"/>
                </a:rPr>
                <a:t>]≤</a:t>
              </a:r>
              <a:r>
                <a:rPr lang="en-US" sz="1400" b="0" i="1" u="none" strike="noStrike" cap="none">
                  <a:solidFill>
                    <a:srgbClr val="000000"/>
                  </a:solidFill>
                  <a:latin typeface="Arial"/>
                  <a:ea typeface="Arial"/>
                  <a:cs typeface="Arial"/>
                  <a:sym typeface="Arial"/>
                </a:rPr>
                <a:t>p</a:t>
              </a:r>
              <a:endParaRPr sz="1400" b="0" i="0" u="none" strike="noStrike" cap="none">
                <a:solidFill>
                  <a:srgbClr val="000000"/>
                </a:solidFill>
                <a:latin typeface="Arial"/>
                <a:ea typeface="Arial"/>
                <a:cs typeface="Arial"/>
                <a:sym typeface="Arial"/>
              </a:endParaRPr>
            </a:p>
          </p:txBody>
        </p:sp>
        <p:sp>
          <p:nvSpPr>
            <p:cNvPr id="250" name="Google Shape;250;p12"/>
            <p:cNvSpPr txBox="1"/>
            <p:nvPr/>
          </p:nvSpPr>
          <p:spPr>
            <a:xfrm>
              <a:off x="3600" y="3600"/>
              <a:ext cx="637" cy="2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A[</a:t>
              </a:r>
              <a:r>
                <a:rPr lang="en-US" sz="1400" b="0" i="1" u="none" strike="noStrike" cap="none">
                  <a:solidFill>
                    <a:srgbClr val="000000"/>
                  </a:solidFill>
                  <a:latin typeface="Arial"/>
                  <a:ea typeface="Arial"/>
                  <a:cs typeface="Arial"/>
                  <a:sym typeface="Arial"/>
                </a:rPr>
                <a:t>i</a:t>
              </a:r>
              <a:r>
                <a:rPr lang="en-US" sz="1400" b="0" i="0" u="none" strike="noStrike" cap="none">
                  <a:solidFill>
                    <a:srgbClr val="000000"/>
                  </a:solidFill>
                  <a:latin typeface="Arial"/>
                  <a:ea typeface="Arial"/>
                  <a:cs typeface="Arial"/>
                  <a:sym typeface="Arial"/>
                </a:rPr>
                <a:t>]≥</a:t>
              </a:r>
              <a:r>
                <a:rPr lang="en-US" sz="1400" b="0" i="1" u="none" strike="noStrike" cap="none">
                  <a:solidFill>
                    <a:srgbClr val="000000"/>
                  </a:solidFill>
                  <a:latin typeface="Arial"/>
                  <a:ea typeface="Arial"/>
                  <a:cs typeface="Arial"/>
                  <a:sym typeface="Arial"/>
                </a:rPr>
                <a:t>p</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13"/>
          <p:cNvSpPr txBox="1">
            <a:spLocks noGrp="1"/>
          </p:cNvSpPr>
          <p:nvPr>
            <p:ph type="title"/>
          </p:nvPr>
        </p:nvSpPr>
        <p:spPr>
          <a:xfrm>
            <a:off x="1219200" y="762000"/>
            <a:ext cx="9525000" cy="1189037"/>
          </a:xfrm>
          <a:prstGeom prst="rect">
            <a:avLst/>
          </a:prstGeom>
          <a:solidFill>
            <a:srgbClr val="FFFFFF"/>
          </a:solidFill>
          <a:ln>
            <a:noFill/>
          </a:ln>
        </p:spPr>
        <p:txBody>
          <a:bodyPr spcFirstLastPara="1" wrap="square" lIns="182875" tIns="182875" rIns="182875" bIns="182875" anchor="ctr" anchorCtr="0">
            <a:noAutofit/>
          </a:bodyPr>
          <a:lstStyle/>
          <a:p>
            <a:pPr marL="457200" lvl="0" indent="0" algn="ctr" rtl="0">
              <a:lnSpc>
                <a:spcPct val="100000"/>
              </a:lnSpc>
              <a:spcBef>
                <a:spcPts val="0"/>
              </a:spcBef>
              <a:spcAft>
                <a:spcPts val="0"/>
              </a:spcAft>
              <a:buSzPts val="1800"/>
              <a:buNone/>
            </a:pPr>
            <a:r>
              <a:rPr lang="en-US" sz="2800" b="1" i="0" u="none">
                <a:solidFill>
                  <a:srgbClr val="000000"/>
                </a:solidFill>
                <a:latin typeface="Bookman Old Style"/>
                <a:ea typeface="Bookman Old Style"/>
                <a:cs typeface="Bookman Old Style"/>
                <a:sym typeface="Bookman Old Style"/>
              </a:rPr>
              <a:t>Quick Sort Algorithm</a:t>
            </a:r>
            <a:endParaRPr/>
          </a:p>
        </p:txBody>
      </p:sp>
      <p:sp>
        <p:nvSpPr>
          <p:cNvPr id="256" name="Google Shape;256;p13"/>
          <p:cNvSpPr txBox="1">
            <a:spLocks noGrp="1"/>
          </p:cNvSpPr>
          <p:nvPr>
            <p:ph type="body" idx="1"/>
          </p:nvPr>
        </p:nvSpPr>
        <p:spPr>
          <a:xfrm>
            <a:off x="1295400" y="1981200"/>
            <a:ext cx="9601200" cy="42370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QS (A, l, r)</a:t>
            </a:r>
            <a:endParaRPr/>
          </a:p>
          <a:p>
            <a:pPr marL="0" lvl="0" indent="0" algn="l" rtl="0">
              <a:lnSpc>
                <a:spcPct val="10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      if l &lt; r then</a:t>
            </a:r>
            <a:endParaRPr/>
          </a:p>
          <a:p>
            <a:pPr marL="0" lvl="0" indent="0" algn="l" rtl="0">
              <a:lnSpc>
                <a:spcPct val="10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	s = partition (A, l, r)</a:t>
            </a:r>
            <a:endParaRPr/>
          </a:p>
          <a:p>
            <a:pPr marL="0" lvl="0" indent="0" algn="l" rtl="0">
              <a:lnSpc>
                <a:spcPct val="10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	QS (A,  l ,     s-1)</a:t>
            </a:r>
            <a:endParaRPr/>
          </a:p>
          <a:p>
            <a:pPr marL="0" lvl="0" indent="0" algn="l" rtl="0">
              <a:lnSpc>
                <a:spcPct val="10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	QS (A,  s+1, r   )</a:t>
            </a:r>
            <a:endParaRPr/>
          </a:p>
          <a:p>
            <a:pPr marL="0" lvl="0" indent="0" algn="l" rtl="0">
              <a:lnSpc>
                <a:spcPct val="100000"/>
              </a:lnSpc>
              <a:spcBef>
                <a:spcPts val="1000"/>
              </a:spcBef>
              <a:spcAft>
                <a:spcPts val="0"/>
              </a:spcAft>
              <a:buSzPts val="1800"/>
              <a:buNone/>
            </a:pPr>
            <a:endParaRPr sz="1800" b="0" i="0" u="none">
              <a:solidFill>
                <a:srgbClr val="262626"/>
              </a:solidFill>
              <a:latin typeface="Bookman Old Style"/>
              <a:ea typeface="Bookman Old Style"/>
              <a:cs typeface="Bookman Old Style"/>
              <a:sym typeface="Bookman Old Style"/>
            </a:endParaRPr>
          </a:p>
          <a:p>
            <a:pPr marL="0" lvl="0" indent="0" algn="l" rtl="0">
              <a:lnSpc>
                <a:spcPct val="10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Ask later: What if we skip final swap and </a:t>
            </a:r>
            <a:endParaRPr/>
          </a:p>
          <a:p>
            <a:pPr marL="0" lvl="0" indent="0" algn="l" rtl="0">
              <a:lnSpc>
                <a:spcPct val="10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                      use simpler bounds for first recursive call?</a:t>
            </a:r>
            <a:endParaRPr/>
          </a:p>
          <a:p>
            <a:pPr marL="914400" lvl="1" indent="-330200" algn="l" rtl="0">
              <a:lnSpc>
                <a:spcPct val="100000"/>
              </a:lnSpc>
              <a:spcBef>
                <a:spcPts val="1000"/>
              </a:spcBef>
              <a:spcAft>
                <a:spcPts val="0"/>
              </a:spcAft>
              <a:buClr>
                <a:schemeClr val="accent2"/>
              </a:buClr>
              <a:buSzPts val="200"/>
              <a:buFont typeface="Arial"/>
              <a:buNone/>
            </a:pPr>
            <a:endParaRPr sz="1600" b="0" i="0" u="none">
              <a:solidFill>
                <a:srgbClr val="262626"/>
              </a:solidFill>
              <a:latin typeface="Bookman Old Style"/>
              <a:ea typeface="Bookman Old Style"/>
              <a:cs typeface="Bookman Old Style"/>
              <a:sym typeface="Bookman Old Style"/>
            </a:endParaRPr>
          </a:p>
          <a:p>
            <a:pPr marL="914400" lvl="1" indent="-342900" algn="l" rtl="0">
              <a:lnSpc>
                <a:spcPct val="100000"/>
              </a:lnSpc>
              <a:spcBef>
                <a:spcPts val="1000"/>
              </a:spcBef>
              <a:spcAft>
                <a:spcPts val="0"/>
              </a:spcAft>
              <a:buSzPts val="1800"/>
              <a:buNone/>
            </a:pPr>
            <a:endParaRPr sz="1600" b="0" i="0" u="none">
              <a:solidFill>
                <a:srgbClr val="262626"/>
              </a:solidFill>
              <a:latin typeface="Bookman Old Style"/>
              <a:ea typeface="Bookman Old Style"/>
              <a:cs typeface="Bookman Old Style"/>
              <a:sym typeface="Bookman Old Style"/>
            </a:endParaRPr>
          </a:p>
          <a:p>
            <a:pPr marL="457200" lvl="0" indent="-228600" algn="l" rtl="0">
              <a:lnSpc>
                <a:spcPct val="100000"/>
              </a:lnSpc>
              <a:spcBef>
                <a:spcPts val="1000"/>
              </a:spcBef>
              <a:spcAft>
                <a:spcPts val="0"/>
              </a:spcAft>
              <a:buSzPts val="1800"/>
              <a:buNone/>
            </a:pPr>
            <a:endParaRPr sz="1600" b="0" i="0" u="none">
              <a:solidFill>
                <a:srgbClr val="262626"/>
              </a:solidFill>
              <a:latin typeface="Bookman Old Style"/>
              <a:ea typeface="Bookman Old Style"/>
              <a:cs typeface="Bookman Old Style"/>
              <a:sym typeface="Bookman Old Style"/>
            </a:endParaRPr>
          </a:p>
        </p:txBody>
      </p:sp>
      <p:sp>
        <p:nvSpPr>
          <p:cNvPr id="257" name="Google Shape;257;p13"/>
          <p:cNvSpPr/>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marR="0" lvl="0" indent="0" algn="ctr" rtl="0">
              <a:lnSpc>
                <a:spcPct val="100000"/>
              </a:lnSpc>
              <a:spcBef>
                <a:spcPts val="0"/>
              </a:spcBef>
              <a:spcAft>
                <a:spcPts val="0"/>
              </a:spcAft>
              <a:buClr>
                <a:srgbClr val="FFFFFF"/>
              </a:buClr>
              <a:buSzPts val="1100"/>
              <a:buFont typeface="Bookman Old Style"/>
              <a:buNone/>
            </a:pPr>
            <a:fld id="{00000000-1234-1234-1234-123412341234}" type="slidenum">
              <a:rPr lang="en-US" sz="1100" b="0" i="0" u="none" strike="noStrike" cap="none">
                <a:solidFill>
                  <a:srgbClr val="FFFFFF"/>
                </a:solidFill>
                <a:latin typeface="Bookman Old Style"/>
                <a:ea typeface="Bookman Old Style"/>
                <a:cs typeface="Bookman Old Style"/>
                <a:sym typeface="Bookman Old Style"/>
              </a:rPr>
              <a:t>13</a:t>
            </a:fld>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14"/>
          <p:cNvSpPr txBox="1">
            <a:spLocks noGrp="1"/>
          </p:cNvSpPr>
          <p:nvPr>
            <p:ph type="title"/>
          </p:nvPr>
        </p:nvSpPr>
        <p:spPr>
          <a:xfrm>
            <a:off x="1219200" y="762000"/>
            <a:ext cx="9525000" cy="1189037"/>
          </a:xfrm>
          <a:prstGeom prst="rect">
            <a:avLst/>
          </a:prstGeom>
          <a:solidFill>
            <a:srgbClr val="FFFFFF"/>
          </a:solidFill>
          <a:ln>
            <a:noFill/>
          </a:ln>
        </p:spPr>
        <p:txBody>
          <a:bodyPr spcFirstLastPara="1" wrap="square" lIns="182875" tIns="182875" rIns="182875" bIns="182875" anchor="ctr" anchorCtr="0">
            <a:noAutofit/>
          </a:bodyPr>
          <a:lstStyle/>
          <a:p>
            <a:pPr marL="457200" lvl="0" indent="0" algn="ctr" rtl="0">
              <a:lnSpc>
                <a:spcPct val="100000"/>
              </a:lnSpc>
              <a:spcBef>
                <a:spcPts val="0"/>
              </a:spcBef>
              <a:spcAft>
                <a:spcPts val="0"/>
              </a:spcAft>
              <a:buSzPts val="1800"/>
              <a:buNone/>
            </a:pPr>
            <a:r>
              <a:rPr lang="en-US" sz="2800" b="1" i="0" u="none">
                <a:solidFill>
                  <a:srgbClr val="000000"/>
                </a:solidFill>
                <a:latin typeface="Bookman Old Style"/>
                <a:ea typeface="Bookman Old Style"/>
                <a:cs typeface="Bookman Old Style"/>
                <a:sym typeface="Bookman Old Style"/>
              </a:rPr>
              <a:t>Quick Sort  Partition Algorithm</a:t>
            </a:r>
            <a:endParaRPr/>
          </a:p>
        </p:txBody>
      </p:sp>
      <p:sp>
        <p:nvSpPr>
          <p:cNvPr id="263" name="Google Shape;263;p14"/>
          <p:cNvSpPr/>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marR="0" lvl="0" indent="0" algn="ctr" rtl="0">
              <a:lnSpc>
                <a:spcPct val="100000"/>
              </a:lnSpc>
              <a:spcBef>
                <a:spcPts val="0"/>
              </a:spcBef>
              <a:spcAft>
                <a:spcPts val="0"/>
              </a:spcAft>
              <a:buClr>
                <a:srgbClr val="FFFFFF"/>
              </a:buClr>
              <a:buSzPts val="1100"/>
              <a:buFont typeface="Bookman Old Style"/>
              <a:buNone/>
            </a:pPr>
            <a:fld id="{00000000-1234-1234-1234-123412341234}" type="slidenum">
              <a:rPr lang="en-US" sz="1100" b="0" i="0" u="none" strike="noStrike" cap="none">
                <a:solidFill>
                  <a:srgbClr val="FFFFFF"/>
                </a:solidFill>
                <a:latin typeface="Bookman Old Style"/>
                <a:ea typeface="Bookman Old Style"/>
                <a:cs typeface="Bookman Old Style"/>
                <a:sym typeface="Bookman Old Style"/>
              </a:rPr>
              <a:t>14</a:t>
            </a:fld>
            <a:endParaRPr sz="1400" b="0" i="0" u="none" strike="noStrike" cap="none">
              <a:solidFill>
                <a:srgbClr val="000000"/>
              </a:solidFill>
              <a:latin typeface="Arial"/>
              <a:ea typeface="Arial"/>
              <a:cs typeface="Arial"/>
              <a:sym typeface="Arial"/>
            </a:endParaRPr>
          </a:p>
        </p:txBody>
      </p:sp>
      <p:pic>
        <p:nvPicPr>
          <p:cNvPr id="264" name="Google Shape;264;p14" descr="partition"/>
          <p:cNvPicPr preferRelativeResize="0"/>
          <p:nvPr/>
        </p:nvPicPr>
        <p:blipFill rotWithShape="1">
          <a:blip r:embed="rId3">
            <a:alphaModFix/>
          </a:blip>
          <a:srcRect/>
          <a:stretch/>
        </p:blipFill>
        <p:spPr>
          <a:xfrm>
            <a:off x="1219200" y="1919287"/>
            <a:ext cx="9525000" cy="417671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15"/>
          <p:cNvSpPr txBox="1">
            <a:spLocks noGrp="1"/>
          </p:cNvSpPr>
          <p:nvPr>
            <p:ph type="title"/>
          </p:nvPr>
        </p:nvSpPr>
        <p:spPr>
          <a:xfrm>
            <a:off x="1219200" y="762000"/>
            <a:ext cx="9525000" cy="1189037"/>
          </a:xfrm>
          <a:prstGeom prst="rect">
            <a:avLst/>
          </a:prstGeom>
          <a:solidFill>
            <a:srgbClr val="FFFFFF"/>
          </a:solidFill>
          <a:ln>
            <a:noFill/>
          </a:ln>
        </p:spPr>
        <p:txBody>
          <a:bodyPr spcFirstLastPara="1" wrap="square" lIns="182875" tIns="182875" rIns="182875" bIns="182875" anchor="ctr" anchorCtr="0">
            <a:noAutofit/>
          </a:bodyPr>
          <a:lstStyle/>
          <a:p>
            <a:pPr marL="457200" lvl="0" indent="0" algn="ctr" rtl="0">
              <a:lnSpc>
                <a:spcPct val="100000"/>
              </a:lnSpc>
              <a:spcBef>
                <a:spcPts val="0"/>
              </a:spcBef>
              <a:spcAft>
                <a:spcPts val="0"/>
              </a:spcAft>
              <a:buSzPts val="1800"/>
              <a:buNone/>
            </a:pPr>
            <a:r>
              <a:rPr lang="en-US" sz="2800" b="1" i="0" u="none">
                <a:solidFill>
                  <a:srgbClr val="000000"/>
                </a:solidFill>
                <a:latin typeface="Bookman Old Style"/>
                <a:ea typeface="Bookman Old Style"/>
                <a:cs typeface="Bookman Old Style"/>
                <a:sym typeface="Bookman Old Style"/>
              </a:rPr>
              <a:t>Analysis of Quick Sort</a:t>
            </a:r>
            <a:endParaRPr/>
          </a:p>
        </p:txBody>
      </p:sp>
      <p:sp>
        <p:nvSpPr>
          <p:cNvPr id="270" name="Google Shape;270;p15"/>
          <p:cNvSpPr txBox="1">
            <a:spLocks noGrp="1"/>
          </p:cNvSpPr>
          <p:nvPr>
            <p:ph type="body" idx="1"/>
          </p:nvPr>
        </p:nvSpPr>
        <p:spPr>
          <a:xfrm>
            <a:off x="1295400" y="1981200"/>
            <a:ext cx="9601200" cy="4237037"/>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Recurrences:</a:t>
            </a:r>
            <a:endParaRPr/>
          </a:p>
          <a:p>
            <a:pPr marL="457200" lvl="0" indent="-342900" algn="l" rtl="0">
              <a:lnSpc>
                <a:spcPct val="100000"/>
              </a:lnSpc>
              <a:spcBef>
                <a:spcPts val="1000"/>
              </a:spcBef>
              <a:spcAft>
                <a:spcPts val="0"/>
              </a:spcAft>
              <a:buClr>
                <a:schemeClr val="accent2"/>
              </a:buClr>
              <a:buSzPts val="200"/>
              <a:buFont typeface="Arial"/>
              <a:buChar char="•"/>
            </a:pPr>
            <a:r>
              <a:rPr lang="en-US" sz="1800" b="0" i="0" u="none">
                <a:solidFill>
                  <a:srgbClr val="262626"/>
                </a:solidFill>
                <a:latin typeface="Bookman Old Style"/>
                <a:ea typeface="Bookman Old Style"/>
                <a:cs typeface="Bookman Old Style"/>
                <a:sym typeface="Bookman Old Style"/>
              </a:rPr>
              <a:t>Best case: T(n) = T(n/2) + Θ (n)</a:t>
            </a:r>
            <a:endParaRPr/>
          </a:p>
          <a:p>
            <a:pPr marL="457200" lvl="0" indent="-342900" algn="l" rtl="0">
              <a:lnSpc>
                <a:spcPct val="100000"/>
              </a:lnSpc>
              <a:spcBef>
                <a:spcPts val="1000"/>
              </a:spcBef>
              <a:spcAft>
                <a:spcPts val="0"/>
              </a:spcAft>
              <a:buClr>
                <a:schemeClr val="accent2"/>
              </a:buClr>
              <a:buSzPts val="200"/>
              <a:buFont typeface="Arial"/>
              <a:buChar char="•"/>
            </a:pPr>
            <a:r>
              <a:rPr lang="en-US" sz="1800" b="0" i="0" u="none">
                <a:solidFill>
                  <a:srgbClr val="262626"/>
                </a:solidFill>
                <a:latin typeface="Bookman Old Style"/>
                <a:ea typeface="Bookman Old Style"/>
                <a:cs typeface="Bookman Old Style"/>
                <a:sym typeface="Bookman Old Style"/>
              </a:rPr>
              <a:t>Worst case: T(n) = T(n-1) + Θ (n)</a:t>
            </a:r>
            <a:endParaRPr sz="1800" b="0" i="0" u="none">
              <a:solidFill>
                <a:srgbClr val="262626"/>
              </a:solidFill>
              <a:latin typeface="Bookman Old Style"/>
              <a:ea typeface="Bookman Old Style"/>
              <a:cs typeface="Bookman Old Style"/>
              <a:sym typeface="Bookman Old Style"/>
            </a:endParaRPr>
          </a:p>
          <a:p>
            <a:pPr marL="457200" lvl="0" indent="-342900" algn="l" rtl="0">
              <a:lnSpc>
                <a:spcPct val="100000"/>
              </a:lnSpc>
              <a:spcBef>
                <a:spcPts val="1000"/>
              </a:spcBef>
              <a:spcAft>
                <a:spcPts val="0"/>
              </a:spcAft>
              <a:buClr>
                <a:schemeClr val="accent2"/>
              </a:buClr>
              <a:buSzPts val="200"/>
              <a:buFont typeface="Arial"/>
              <a:buChar char="•"/>
            </a:pPr>
            <a:r>
              <a:rPr lang="en-US" sz="1800" b="0" i="0" u="none">
                <a:solidFill>
                  <a:srgbClr val="262626"/>
                </a:solidFill>
                <a:latin typeface="Bookman Old Style"/>
                <a:ea typeface="Bookman Old Style"/>
                <a:cs typeface="Bookman Old Style"/>
                <a:sym typeface="Bookman Old Style"/>
              </a:rPr>
              <a:t>Average case:</a:t>
            </a:r>
            <a:endParaRPr/>
          </a:p>
          <a:p>
            <a:pPr marL="457200" lvl="0" indent="-330200" algn="l" rtl="0">
              <a:lnSpc>
                <a:spcPct val="100000"/>
              </a:lnSpc>
              <a:spcBef>
                <a:spcPts val="1000"/>
              </a:spcBef>
              <a:spcAft>
                <a:spcPts val="0"/>
              </a:spcAft>
              <a:buClr>
                <a:schemeClr val="accent2"/>
              </a:buClr>
              <a:buSzPts val="200"/>
              <a:buFont typeface="Arial"/>
              <a:buNone/>
            </a:pPr>
            <a:endParaRPr sz="1800" b="0" i="0" u="none">
              <a:solidFill>
                <a:srgbClr val="262626"/>
              </a:solidFill>
              <a:latin typeface="Bookman Old Style"/>
              <a:ea typeface="Bookman Old Style"/>
              <a:cs typeface="Bookman Old Style"/>
              <a:sym typeface="Bookman Old Style"/>
            </a:endParaRPr>
          </a:p>
          <a:p>
            <a:pPr marL="457200" lvl="0" indent="-342900" algn="l" rtl="0">
              <a:lnSpc>
                <a:spcPct val="10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Performance:</a:t>
            </a:r>
            <a:endParaRPr/>
          </a:p>
          <a:p>
            <a:pPr marL="457200" lvl="0" indent="-342900" algn="l" rtl="0">
              <a:lnSpc>
                <a:spcPct val="100000"/>
              </a:lnSpc>
              <a:spcBef>
                <a:spcPts val="1000"/>
              </a:spcBef>
              <a:spcAft>
                <a:spcPts val="0"/>
              </a:spcAft>
              <a:buClr>
                <a:schemeClr val="accent2"/>
              </a:buClr>
              <a:buSzPts val="200"/>
              <a:buFont typeface="Arial"/>
              <a:buChar char="•"/>
            </a:pPr>
            <a:r>
              <a:rPr lang="en-US" sz="1800" b="0" i="0" u="none">
                <a:solidFill>
                  <a:srgbClr val="262626"/>
                </a:solidFill>
                <a:latin typeface="Bookman Old Style"/>
                <a:ea typeface="Bookman Old Style"/>
                <a:cs typeface="Bookman Old Style"/>
                <a:sym typeface="Bookman Old Style"/>
              </a:rPr>
              <a:t>Best case: split in the middle — Θ(</a:t>
            </a:r>
            <a:r>
              <a:rPr lang="en-US" sz="1800" b="0" i="1" u="none">
                <a:solidFill>
                  <a:srgbClr val="262626"/>
                </a:solidFill>
                <a:latin typeface="Bookman Old Style"/>
                <a:ea typeface="Bookman Old Style"/>
                <a:cs typeface="Bookman Old Style"/>
                <a:sym typeface="Bookman Old Style"/>
              </a:rPr>
              <a:t>n </a:t>
            </a:r>
            <a:r>
              <a:rPr lang="en-US" sz="1800" b="0" i="0" u="none">
                <a:solidFill>
                  <a:srgbClr val="262626"/>
                </a:solidFill>
                <a:latin typeface="Bookman Old Style"/>
                <a:ea typeface="Bookman Old Style"/>
                <a:cs typeface="Bookman Old Style"/>
                <a:sym typeface="Bookman Old Style"/>
              </a:rPr>
              <a:t>log </a:t>
            </a:r>
            <a:r>
              <a:rPr lang="en-US" sz="1800" b="0" i="1" u="none">
                <a:solidFill>
                  <a:srgbClr val="262626"/>
                </a:solidFill>
                <a:latin typeface="Bookman Old Style"/>
                <a:ea typeface="Bookman Old Style"/>
                <a:cs typeface="Bookman Old Style"/>
                <a:sym typeface="Bookman Old Style"/>
              </a:rPr>
              <a:t>n</a:t>
            </a:r>
            <a:r>
              <a:rPr lang="en-US" sz="1800" b="0" i="0" u="none">
                <a:solidFill>
                  <a:srgbClr val="262626"/>
                </a:solidFill>
                <a:latin typeface="Bookman Old Style"/>
                <a:ea typeface="Bookman Old Style"/>
                <a:cs typeface="Bookman Old Style"/>
                <a:sym typeface="Bookman Old Style"/>
              </a:rPr>
              <a:t>) </a:t>
            </a:r>
            <a:endParaRPr/>
          </a:p>
          <a:p>
            <a:pPr marL="457200" lvl="0" indent="-342900" algn="l" rtl="0">
              <a:lnSpc>
                <a:spcPct val="100000"/>
              </a:lnSpc>
              <a:spcBef>
                <a:spcPts val="1000"/>
              </a:spcBef>
              <a:spcAft>
                <a:spcPts val="0"/>
              </a:spcAft>
              <a:buClr>
                <a:schemeClr val="accent2"/>
              </a:buClr>
              <a:buSzPts val="200"/>
              <a:buFont typeface="Arial"/>
              <a:buChar char="•"/>
            </a:pPr>
            <a:r>
              <a:rPr lang="en-US" sz="1800" b="0" i="0" u="none">
                <a:solidFill>
                  <a:srgbClr val="262626"/>
                </a:solidFill>
                <a:latin typeface="Bookman Old Style"/>
                <a:ea typeface="Bookman Old Style"/>
                <a:cs typeface="Bookman Old Style"/>
                <a:sym typeface="Bookman Old Style"/>
              </a:rPr>
              <a:t>Worst case: sorted array! — Θ(</a:t>
            </a:r>
            <a:r>
              <a:rPr lang="en-US" sz="1800" b="0" i="1" u="none">
                <a:solidFill>
                  <a:srgbClr val="262626"/>
                </a:solidFill>
                <a:latin typeface="Bookman Old Style"/>
                <a:ea typeface="Bookman Old Style"/>
                <a:cs typeface="Bookman Old Style"/>
                <a:sym typeface="Bookman Old Style"/>
              </a:rPr>
              <a:t>n</a:t>
            </a:r>
            <a:r>
              <a:rPr lang="en-US" sz="1800" b="0" i="1" u="none" baseline="30000">
                <a:solidFill>
                  <a:srgbClr val="262626"/>
                </a:solidFill>
                <a:latin typeface="Bookman Old Style"/>
                <a:ea typeface="Bookman Old Style"/>
                <a:cs typeface="Bookman Old Style"/>
                <a:sym typeface="Bookman Old Style"/>
              </a:rPr>
              <a:t>2</a:t>
            </a:r>
            <a:r>
              <a:rPr lang="en-US" sz="1800" b="0" i="0" u="none">
                <a:solidFill>
                  <a:srgbClr val="262626"/>
                </a:solidFill>
                <a:latin typeface="Bookman Old Style"/>
                <a:ea typeface="Bookman Old Style"/>
                <a:cs typeface="Bookman Old Style"/>
                <a:sym typeface="Bookman Old Style"/>
              </a:rPr>
              <a:t>) </a:t>
            </a:r>
            <a:endParaRPr/>
          </a:p>
          <a:p>
            <a:pPr marL="457200" lvl="0" indent="-342900" algn="l" rtl="0">
              <a:lnSpc>
                <a:spcPct val="100000"/>
              </a:lnSpc>
              <a:spcBef>
                <a:spcPts val="1000"/>
              </a:spcBef>
              <a:spcAft>
                <a:spcPts val="0"/>
              </a:spcAft>
              <a:buClr>
                <a:schemeClr val="accent2"/>
              </a:buClr>
              <a:buSzPts val="200"/>
              <a:buFont typeface="Arial"/>
              <a:buChar char="•"/>
            </a:pPr>
            <a:r>
              <a:rPr lang="en-US" sz="1800" b="0" i="0" u="none">
                <a:solidFill>
                  <a:srgbClr val="262626"/>
                </a:solidFill>
                <a:latin typeface="Bookman Old Style"/>
                <a:ea typeface="Bookman Old Style"/>
                <a:cs typeface="Bookman Old Style"/>
                <a:sym typeface="Bookman Old Style"/>
              </a:rPr>
              <a:t>Average case: random arrays — Θ(</a:t>
            </a:r>
            <a:r>
              <a:rPr lang="en-US" sz="1800" b="0" i="1" u="none">
                <a:solidFill>
                  <a:srgbClr val="262626"/>
                </a:solidFill>
                <a:latin typeface="Bookman Old Style"/>
                <a:ea typeface="Bookman Old Style"/>
                <a:cs typeface="Bookman Old Style"/>
                <a:sym typeface="Bookman Old Style"/>
              </a:rPr>
              <a:t>n </a:t>
            </a:r>
            <a:r>
              <a:rPr lang="en-US" sz="1800" b="0" i="0" u="none">
                <a:solidFill>
                  <a:srgbClr val="262626"/>
                </a:solidFill>
                <a:latin typeface="Bookman Old Style"/>
                <a:ea typeface="Bookman Old Style"/>
                <a:cs typeface="Bookman Old Style"/>
                <a:sym typeface="Bookman Old Style"/>
              </a:rPr>
              <a:t>log </a:t>
            </a:r>
            <a:r>
              <a:rPr lang="en-US" sz="1800" b="0" i="1" u="none">
                <a:solidFill>
                  <a:srgbClr val="262626"/>
                </a:solidFill>
                <a:latin typeface="Bookman Old Style"/>
                <a:ea typeface="Bookman Old Style"/>
                <a:cs typeface="Bookman Old Style"/>
                <a:sym typeface="Bookman Old Style"/>
              </a:rPr>
              <a:t>n</a:t>
            </a:r>
            <a:r>
              <a:rPr lang="en-US" sz="1800" b="0" i="0" u="none">
                <a:solidFill>
                  <a:srgbClr val="262626"/>
                </a:solidFill>
                <a:latin typeface="Bookman Old Style"/>
                <a:ea typeface="Bookman Old Style"/>
                <a:cs typeface="Bookman Old Style"/>
                <a:sym typeface="Bookman Old Style"/>
              </a:rPr>
              <a:t>)</a:t>
            </a:r>
            <a:endParaRPr/>
          </a:p>
          <a:p>
            <a:pPr marL="457200" lvl="0" indent="-342900" algn="l" rtl="0">
              <a:lnSpc>
                <a:spcPct val="100000"/>
              </a:lnSpc>
              <a:spcBef>
                <a:spcPts val="1000"/>
              </a:spcBef>
              <a:spcAft>
                <a:spcPts val="0"/>
              </a:spcAft>
              <a:buSzPts val="1800"/>
              <a:buNone/>
            </a:pPr>
            <a:endParaRPr sz="1800" b="0" i="0" u="none">
              <a:solidFill>
                <a:srgbClr val="262626"/>
              </a:solidFill>
              <a:latin typeface="Bookman Old Style"/>
              <a:ea typeface="Bookman Old Style"/>
              <a:cs typeface="Bookman Old Style"/>
              <a:sym typeface="Bookman Old Style"/>
            </a:endParaRPr>
          </a:p>
          <a:p>
            <a:pPr marL="457200" lvl="0" indent="-228600" algn="l" rtl="0">
              <a:lnSpc>
                <a:spcPct val="100000"/>
              </a:lnSpc>
              <a:spcBef>
                <a:spcPts val="1000"/>
              </a:spcBef>
              <a:spcAft>
                <a:spcPts val="0"/>
              </a:spcAft>
              <a:buSzPts val="1800"/>
              <a:buNone/>
            </a:pPr>
            <a:endParaRPr sz="1800" b="0" i="0" u="none">
              <a:solidFill>
                <a:srgbClr val="262626"/>
              </a:solidFill>
              <a:latin typeface="Bookman Old Style"/>
              <a:ea typeface="Bookman Old Style"/>
              <a:cs typeface="Bookman Old Style"/>
              <a:sym typeface="Bookman Old Style"/>
            </a:endParaRPr>
          </a:p>
        </p:txBody>
      </p:sp>
      <p:sp>
        <p:nvSpPr>
          <p:cNvPr id="271" name="Google Shape;271;p15"/>
          <p:cNvSpPr/>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marR="0" lvl="0" indent="0" algn="ctr" rtl="0">
              <a:lnSpc>
                <a:spcPct val="100000"/>
              </a:lnSpc>
              <a:spcBef>
                <a:spcPts val="0"/>
              </a:spcBef>
              <a:spcAft>
                <a:spcPts val="0"/>
              </a:spcAft>
              <a:buClr>
                <a:srgbClr val="FFFFFF"/>
              </a:buClr>
              <a:buSzPts val="1100"/>
              <a:buFont typeface="Bookman Old Style"/>
              <a:buNone/>
            </a:pPr>
            <a:fld id="{00000000-1234-1234-1234-123412341234}" type="slidenum">
              <a:rPr lang="en-US" sz="1100" b="0" i="0" u="none" strike="noStrike" cap="none">
                <a:solidFill>
                  <a:srgbClr val="FFFFFF"/>
                </a:solidFill>
                <a:latin typeface="Bookman Old Style"/>
                <a:ea typeface="Bookman Old Style"/>
                <a:cs typeface="Bookman Old Style"/>
                <a:sym typeface="Bookman Old Style"/>
              </a:rPr>
              <a:t>15</a:t>
            </a:fld>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16"/>
          <p:cNvSpPr txBox="1">
            <a:spLocks noGrp="1"/>
          </p:cNvSpPr>
          <p:nvPr>
            <p:ph type="title"/>
          </p:nvPr>
        </p:nvSpPr>
        <p:spPr>
          <a:xfrm>
            <a:off x="1219200" y="762000"/>
            <a:ext cx="9525000" cy="1189037"/>
          </a:xfrm>
          <a:prstGeom prst="rect">
            <a:avLst/>
          </a:prstGeom>
          <a:solidFill>
            <a:srgbClr val="FFFFFF"/>
          </a:solidFill>
          <a:ln>
            <a:noFill/>
          </a:ln>
        </p:spPr>
        <p:txBody>
          <a:bodyPr spcFirstLastPara="1" wrap="square" lIns="182875" tIns="182875" rIns="182875" bIns="182875" anchor="ctr" anchorCtr="0">
            <a:noAutofit/>
          </a:bodyPr>
          <a:lstStyle/>
          <a:p>
            <a:pPr marL="457200" lvl="0" indent="0" algn="ctr" rtl="0">
              <a:lnSpc>
                <a:spcPct val="100000"/>
              </a:lnSpc>
              <a:spcBef>
                <a:spcPts val="0"/>
              </a:spcBef>
              <a:spcAft>
                <a:spcPts val="0"/>
              </a:spcAft>
              <a:buSzPts val="1800"/>
              <a:buNone/>
            </a:pPr>
            <a:r>
              <a:rPr lang="en-US" sz="2800" b="1" i="0" u="none">
                <a:solidFill>
                  <a:srgbClr val="000000"/>
                </a:solidFill>
                <a:latin typeface="Bookman Old Style"/>
                <a:ea typeface="Bookman Old Style"/>
                <a:cs typeface="Bookman Old Style"/>
                <a:sym typeface="Bookman Old Style"/>
              </a:rPr>
              <a:t>Analysis of Quick Sort</a:t>
            </a:r>
            <a:endParaRPr/>
          </a:p>
        </p:txBody>
      </p:sp>
      <p:sp>
        <p:nvSpPr>
          <p:cNvPr id="277" name="Google Shape;277;p16"/>
          <p:cNvSpPr txBox="1">
            <a:spLocks noGrp="1"/>
          </p:cNvSpPr>
          <p:nvPr>
            <p:ph type="body" idx="1"/>
          </p:nvPr>
        </p:nvSpPr>
        <p:spPr>
          <a:xfrm>
            <a:off x="1295400" y="1981200"/>
            <a:ext cx="9601200" cy="4237037"/>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1000"/>
              </a:spcBef>
              <a:spcAft>
                <a:spcPts val="0"/>
              </a:spcAft>
              <a:buClr>
                <a:schemeClr val="accent2"/>
              </a:buClr>
              <a:buSzPts val="200"/>
              <a:buFont typeface="Arial"/>
              <a:buChar char="•"/>
            </a:pPr>
            <a:r>
              <a:rPr lang="en-US" sz="1800" b="0" i="0" u="none">
                <a:solidFill>
                  <a:srgbClr val="262626"/>
                </a:solidFill>
                <a:latin typeface="Bookman Old Style"/>
                <a:ea typeface="Bookman Old Style"/>
                <a:cs typeface="Bookman Old Style"/>
                <a:sym typeface="Bookman Old Style"/>
              </a:rPr>
              <a:t>Problems:</a:t>
            </a:r>
            <a:endParaRPr/>
          </a:p>
          <a:p>
            <a:pPr marL="914400" lvl="1" indent="-342900" algn="l" rtl="0">
              <a:lnSpc>
                <a:spcPct val="100000"/>
              </a:lnSpc>
              <a:spcBef>
                <a:spcPts val="1000"/>
              </a:spcBef>
              <a:spcAft>
                <a:spcPts val="0"/>
              </a:spcAft>
              <a:buClr>
                <a:schemeClr val="accent2"/>
              </a:buClr>
              <a:buSzPts val="200"/>
              <a:buFont typeface="Arial"/>
              <a:buChar char="•"/>
            </a:pPr>
            <a:r>
              <a:rPr lang="en-US" sz="1800" b="0" i="0" u="none">
                <a:solidFill>
                  <a:srgbClr val="262626"/>
                </a:solidFill>
                <a:latin typeface="Bookman Old Style"/>
                <a:ea typeface="Bookman Old Style"/>
                <a:cs typeface="Bookman Old Style"/>
                <a:sym typeface="Bookman Old Style"/>
              </a:rPr>
              <a:t>Duplicate elements</a:t>
            </a:r>
            <a:endParaRPr/>
          </a:p>
          <a:p>
            <a:pPr marL="457200" lvl="0" indent="-342900" algn="l" rtl="0">
              <a:lnSpc>
                <a:spcPct val="100000"/>
              </a:lnSpc>
              <a:spcBef>
                <a:spcPts val="1000"/>
              </a:spcBef>
              <a:spcAft>
                <a:spcPts val="0"/>
              </a:spcAft>
              <a:buClr>
                <a:schemeClr val="accent2"/>
              </a:buClr>
              <a:buSzPts val="200"/>
              <a:buFont typeface="Arial"/>
              <a:buChar char="•"/>
            </a:pPr>
            <a:r>
              <a:rPr lang="en-US" sz="1800" b="0" i="0" u="none">
                <a:solidFill>
                  <a:srgbClr val="262626"/>
                </a:solidFill>
                <a:latin typeface="Bookman Old Style"/>
                <a:ea typeface="Bookman Old Style"/>
                <a:cs typeface="Bookman Old Style"/>
                <a:sym typeface="Bookman Old Style"/>
              </a:rPr>
              <a:t>Improvements:</a:t>
            </a:r>
            <a:endParaRPr/>
          </a:p>
          <a:p>
            <a:pPr marL="914400" lvl="1" indent="-342900" algn="l" rtl="0">
              <a:lnSpc>
                <a:spcPct val="100000"/>
              </a:lnSpc>
              <a:spcBef>
                <a:spcPts val="1000"/>
              </a:spcBef>
              <a:spcAft>
                <a:spcPts val="0"/>
              </a:spcAft>
              <a:buClr>
                <a:schemeClr val="accent2"/>
              </a:buClr>
              <a:buSzPts val="200"/>
              <a:buFont typeface="Arial"/>
              <a:buChar char="•"/>
            </a:pPr>
            <a:r>
              <a:rPr lang="en-US" sz="1800" b="0" i="0" u="none">
                <a:solidFill>
                  <a:srgbClr val="262626"/>
                </a:solidFill>
                <a:latin typeface="Bookman Old Style"/>
                <a:ea typeface="Bookman Old Style"/>
                <a:cs typeface="Bookman Old Style"/>
                <a:sym typeface="Bookman Old Style"/>
              </a:rPr>
              <a:t>better pivot selection: median of three partitioning </a:t>
            </a:r>
            <a:endParaRPr/>
          </a:p>
          <a:p>
            <a:pPr marL="914400" lvl="1" indent="-342900" algn="l" rtl="0">
              <a:lnSpc>
                <a:spcPct val="100000"/>
              </a:lnSpc>
              <a:spcBef>
                <a:spcPts val="1000"/>
              </a:spcBef>
              <a:spcAft>
                <a:spcPts val="0"/>
              </a:spcAft>
              <a:buClr>
                <a:schemeClr val="accent2"/>
              </a:buClr>
              <a:buSzPts val="200"/>
              <a:buFont typeface="Arial"/>
              <a:buChar char="•"/>
            </a:pPr>
            <a:r>
              <a:rPr lang="en-US" sz="1800" b="0" i="0" u="none">
                <a:solidFill>
                  <a:srgbClr val="262626"/>
                </a:solidFill>
                <a:latin typeface="Bookman Old Style"/>
                <a:ea typeface="Bookman Old Style"/>
                <a:cs typeface="Bookman Old Style"/>
                <a:sym typeface="Bookman Old Style"/>
              </a:rPr>
              <a:t>switch to insertion sort on small sub-arrays</a:t>
            </a:r>
            <a:endParaRPr/>
          </a:p>
          <a:p>
            <a:pPr marL="914400" lvl="1" indent="-342900" algn="l" rtl="0">
              <a:lnSpc>
                <a:spcPct val="100000"/>
              </a:lnSpc>
              <a:spcBef>
                <a:spcPts val="1000"/>
              </a:spcBef>
              <a:spcAft>
                <a:spcPts val="0"/>
              </a:spcAft>
              <a:buClr>
                <a:schemeClr val="accent2"/>
              </a:buClr>
              <a:buSzPts val="200"/>
              <a:buFont typeface="Arial"/>
              <a:buChar char="•"/>
            </a:pPr>
            <a:r>
              <a:rPr lang="en-US" sz="1800" b="0" i="0" u="none">
                <a:solidFill>
                  <a:srgbClr val="262626"/>
                </a:solidFill>
                <a:latin typeface="Bookman Old Style"/>
                <a:ea typeface="Bookman Old Style"/>
                <a:cs typeface="Bookman Old Style"/>
                <a:sym typeface="Bookman Old Style"/>
              </a:rPr>
              <a:t>elimination of recursion – How?</a:t>
            </a:r>
            <a:endParaRPr/>
          </a:p>
          <a:p>
            <a:pPr marL="914400" lvl="1" indent="-342900" algn="l" rtl="0">
              <a:lnSpc>
                <a:spcPct val="10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These combine to 20-25% improvement</a:t>
            </a:r>
            <a:endParaRPr/>
          </a:p>
          <a:p>
            <a:pPr marL="457200" lvl="0" indent="-342900" algn="l" rtl="0">
              <a:lnSpc>
                <a:spcPct val="100000"/>
              </a:lnSpc>
              <a:spcBef>
                <a:spcPts val="1000"/>
              </a:spcBef>
              <a:spcAft>
                <a:spcPts val="0"/>
              </a:spcAft>
              <a:buClr>
                <a:schemeClr val="accent2"/>
              </a:buClr>
              <a:buSzPts val="200"/>
              <a:buFont typeface="Arial"/>
              <a:buChar char="•"/>
            </a:pPr>
            <a:r>
              <a:rPr lang="en-US" sz="1800" b="0" i="0" u="none">
                <a:solidFill>
                  <a:srgbClr val="262626"/>
                </a:solidFill>
                <a:latin typeface="Bookman Old Style"/>
                <a:ea typeface="Bookman Old Style"/>
                <a:cs typeface="Bookman Old Style"/>
                <a:sym typeface="Bookman Old Style"/>
              </a:rPr>
              <a:t>Improvements: Dual Pivot</a:t>
            </a:r>
            <a:endParaRPr/>
          </a:p>
          <a:p>
            <a:pPr marL="457200" lvl="0" indent="-342900" algn="l" rtl="0">
              <a:lnSpc>
                <a:spcPct val="100000"/>
              </a:lnSpc>
              <a:spcBef>
                <a:spcPts val="1000"/>
              </a:spcBef>
              <a:spcAft>
                <a:spcPts val="0"/>
              </a:spcAft>
              <a:buClr>
                <a:schemeClr val="accent2"/>
              </a:buClr>
              <a:buSzPts val="200"/>
              <a:buFont typeface="Arial"/>
              <a:buChar char="•"/>
            </a:pPr>
            <a:r>
              <a:rPr lang="en-US" sz="1800" b="0" i="0" u="none">
                <a:solidFill>
                  <a:srgbClr val="262626"/>
                </a:solidFill>
                <a:latin typeface="Bookman Old Style"/>
                <a:ea typeface="Bookman Old Style"/>
                <a:cs typeface="Bookman Old Style"/>
                <a:sym typeface="Bookman Old Style"/>
              </a:rPr>
              <a:t>Method of choice for internal sorting of large files (</a:t>
            </a:r>
            <a:r>
              <a:rPr lang="en-US" sz="1800" b="0" i="1" u="none">
                <a:solidFill>
                  <a:srgbClr val="262626"/>
                </a:solidFill>
                <a:latin typeface="Bookman Old Style"/>
                <a:ea typeface="Bookman Old Style"/>
                <a:cs typeface="Bookman Old Style"/>
                <a:sym typeface="Bookman Old Style"/>
              </a:rPr>
              <a:t>n</a:t>
            </a:r>
            <a:r>
              <a:rPr lang="en-US" sz="1800" b="0" i="0" u="none">
                <a:solidFill>
                  <a:srgbClr val="262626"/>
                </a:solidFill>
                <a:latin typeface="Bookman Old Style"/>
                <a:ea typeface="Bookman Old Style"/>
                <a:cs typeface="Bookman Old Style"/>
                <a:sym typeface="Bookman Old Style"/>
              </a:rPr>
              <a:t> ≥ 10000)</a:t>
            </a:r>
            <a:endParaRPr/>
          </a:p>
          <a:p>
            <a:pPr marL="457200" lvl="0" indent="-342900" algn="l" rtl="0">
              <a:lnSpc>
                <a:spcPct val="100000"/>
              </a:lnSpc>
              <a:spcBef>
                <a:spcPts val="1000"/>
              </a:spcBef>
              <a:spcAft>
                <a:spcPts val="0"/>
              </a:spcAft>
              <a:buSzPts val="1800"/>
              <a:buNone/>
            </a:pPr>
            <a:endParaRPr sz="1800" b="0" i="0" u="none">
              <a:solidFill>
                <a:srgbClr val="262626"/>
              </a:solidFill>
              <a:latin typeface="Bookman Old Style"/>
              <a:ea typeface="Bookman Old Style"/>
              <a:cs typeface="Bookman Old Style"/>
              <a:sym typeface="Bookman Old Style"/>
            </a:endParaRPr>
          </a:p>
          <a:p>
            <a:pPr marL="457200" lvl="0" indent="-342900" algn="l" rtl="0">
              <a:lnSpc>
                <a:spcPct val="100000"/>
              </a:lnSpc>
              <a:spcBef>
                <a:spcPts val="1000"/>
              </a:spcBef>
              <a:spcAft>
                <a:spcPts val="0"/>
              </a:spcAft>
              <a:buSzPts val="1800"/>
              <a:buNone/>
            </a:pPr>
            <a:endParaRPr sz="1800" b="0" i="0" u="none">
              <a:solidFill>
                <a:srgbClr val="262626"/>
              </a:solidFill>
              <a:latin typeface="Bookman Old Style"/>
              <a:ea typeface="Bookman Old Style"/>
              <a:cs typeface="Bookman Old Style"/>
              <a:sym typeface="Bookman Old Style"/>
            </a:endParaRPr>
          </a:p>
          <a:p>
            <a:pPr marL="457200" lvl="0" indent="-228600" algn="l" rtl="0">
              <a:lnSpc>
                <a:spcPct val="100000"/>
              </a:lnSpc>
              <a:spcBef>
                <a:spcPts val="1000"/>
              </a:spcBef>
              <a:spcAft>
                <a:spcPts val="0"/>
              </a:spcAft>
              <a:buSzPts val="1800"/>
              <a:buNone/>
            </a:pPr>
            <a:endParaRPr sz="1800" b="0" i="0" u="none">
              <a:solidFill>
                <a:srgbClr val="262626"/>
              </a:solidFill>
              <a:latin typeface="Bookman Old Style"/>
              <a:ea typeface="Bookman Old Style"/>
              <a:cs typeface="Bookman Old Style"/>
              <a:sym typeface="Bookman Old Style"/>
            </a:endParaRPr>
          </a:p>
        </p:txBody>
      </p:sp>
      <p:sp>
        <p:nvSpPr>
          <p:cNvPr id="278" name="Google Shape;278;p16"/>
          <p:cNvSpPr/>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marR="0" lvl="0" indent="0" algn="ctr" rtl="0">
              <a:lnSpc>
                <a:spcPct val="100000"/>
              </a:lnSpc>
              <a:spcBef>
                <a:spcPts val="0"/>
              </a:spcBef>
              <a:spcAft>
                <a:spcPts val="0"/>
              </a:spcAft>
              <a:buClr>
                <a:srgbClr val="FFFFFF"/>
              </a:buClr>
              <a:buSzPts val="1100"/>
              <a:buFont typeface="Bookman Old Style"/>
              <a:buNone/>
            </a:pPr>
            <a:fld id="{00000000-1234-1234-1234-123412341234}" type="slidenum">
              <a:rPr lang="en-US" sz="1100" b="0" i="0" u="none" strike="noStrike" cap="none">
                <a:solidFill>
                  <a:srgbClr val="FFFFFF"/>
                </a:solidFill>
                <a:latin typeface="Bookman Old Style"/>
                <a:ea typeface="Bookman Old Style"/>
                <a:cs typeface="Bookman Old Style"/>
                <a:sym typeface="Bookman Old Style"/>
              </a:rPr>
              <a:t>16</a:t>
            </a:fld>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7"/>
          <p:cNvSpPr txBox="1">
            <a:spLocks noGrp="1"/>
          </p:cNvSpPr>
          <p:nvPr>
            <p:ph type="title"/>
          </p:nvPr>
        </p:nvSpPr>
        <p:spPr>
          <a:xfrm>
            <a:off x="1219200" y="762000"/>
            <a:ext cx="9525000" cy="1189037"/>
          </a:xfrm>
          <a:prstGeom prst="rect">
            <a:avLst/>
          </a:prstGeom>
          <a:solidFill>
            <a:srgbClr val="FFFFFF"/>
          </a:solidFill>
          <a:ln>
            <a:noFill/>
          </a:ln>
        </p:spPr>
        <p:txBody>
          <a:bodyPr spcFirstLastPara="1" wrap="square" lIns="182875" tIns="182875" rIns="182875" bIns="182875" anchor="ctr" anchorCtr="0">
            <a:noAutofit/>
          </a:bodyPr>
          <a:lstStyle/>
          <a:p>
            <a:pPr marL="457200" lvl="0" indent="0" algn="ctr" rtl="0">
              <a:lnSpc>
                <a:spcPct val="100000"/>
              </a:lnSpc>
              <a:spcBef>
                <a:spcPts val="0"/>
              </a:spcBef>
              <a:spcAft>
                <a:spcPts val="0"/>
              </a:spcAft>
              <a:buSzPts val="1800"/>
              <a:buNone/>
            </a:pPr>
            <a:r>
              <a:rPr lang="en-US" sz="2800" b="1" i="0" u="none">
                <a:solidFill>
                  <a:srgbClr val="000000"/>
                </a:solidFill>
                <a:latin typeface="Bookman Old Style"/>
                <a:ea typeface="Bookman Old Style"/>
                <a:cs typeface="Bookman Old Style"/>
                <a:sym typeface="Bookman Old Style"/>
              </a:rPr>
              <a:t>Binary Search</a:t>
            </a:r>
            <a:endParaRPr/>
          </a:p>
        </p:txBody>
      </p:sp>
      <p:sp>
        <p:nvSpPr>
          <p:cNvPr id="284" name="Google Shape;284;p17"/>
          <p:cNvSpPr txBox="1">
            <a:spLocks noGrp="1"/>
          </p:cNvSpPr>
          <p:nvPr>
            <p:ph type="body" idx="1"/>
          </p:nvPr>
        </p:nvSpPr>
        <p:spPr>
          <a:xfrm>
            <a:off x="1295400" y="1981200"/>
            <a:ext cx="9601200" cy="4237037"/>
          </a:xfrm>
          <a:prstGeom prst="rect">
            <a:avLst/>
          </a:prstGeom>
          <a:noFill/>
          <a:ln>
            <a:noFill/>
          </a:ln>
        </p:spPr>
        <p:txBody>
          <a:bodyPr spcFirstLastPara="1" wrap="square" lIns="91425" tIns="45700" rIns="91425" bIns="45700" anchor="t" anchorCtr="0">
            <a:noAutofit/>
          </a:bodyPr>
          <a:lstStyle/>
          <a:p>
            <a:pPr marL="457200" lvl="0" indent="-342900" algn="just" rtl="0">
              <a:lnSpc>
                <a:spcPct val="100000"/>
              </a:lnSpc>
              <a:spcBef>
                <a:spcPts val="1000"/>
              </a:spcBef>
              <a:spcAft>
                <a:spcPts val="0"/>
              </a:spcAft>
              <a:buClr>
                <a:schemeClr val="accent2"/>
              </a:buClr>
              <a:buSzPts val="200"/>
              <a:buFont typeface="Arial"/>
              <a:buChar char="•"/>
            </a:pPr>
            <a:r>
              <a:rPr lang="en-US" sz="1800" b="0" i="0" u="none">
                <a:solidFill>
                  <a:srgbClr val="262626"/>
                </a:solidFill>
                <a:latin typeface="Bookman Old Style"/>
                <a:ea typeface="Bookman Old Style"/>
                <a:cs typeface="Bookman Old Style"/>
                <a:sym typeface="Bookman Old Style"/>
              </a:rPr>
              <a:t>Let ai, 1 ≤ i ≤ n be a list of elements that are sorted in non-decreasing order. The problem is to find whether a given element x is present in the list or not. If x is present we have to determine a value j (element’s position) such that aj=x. If x is not in the list, then j is set to zero.</a:t>
            </a:r>
            <a:endParaRPr/>
          </a:p>
          <a:p>
            <a:pPr marL="457200" lvl="0" indent="-342900" algn="l" rtl="0">
              <a:lnSpc>
                <a:spcPct val="10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	Step 1: Pick an index </a:t>
            </a:r>
            <a:r>
              <a:rPr lang="en-US" sz="1800" b="0" i="1" u="none">
                <a:solidFill>
                  <a:srgbClr val="262626"/>
                </a:solidFill>
                <a:latin typeface="Bookman Old Style"/>
                <a:ea typeface="Bookman Old Style"/>
                <a:cs typeface="Bookman Old Style"/>
                <a:sym typeface="Bookman Old Style"/>
              </a:rPr>
              <a:t>q </a:t>
            </a:r>
            <a:r>
              <a:rPr lang="en-US" sz="1800" b="0" i="0" u="none">
                <a:solidFill>
                  <a:srgbClr val="262626"/>
                </a:solidFill>
                <a:latin typeface="Bookman Old Style"/>
                <a:ea typeface="Bookman Old Style"/>
                <a:cs typeface="Bookman Old Style"/>
                <a:sym typeface="Bookman Old Style"/>
              </a:rPr>
              <a:t>in the middle range [i, </a:t>
            </a:r>
            <a:r>
              <a:rPr lang="en-US" sz="1800" b="0" i="1" u="none">
                <a:solidFill>
                  <a:srgbClr val="262626"/>
                </a:solidFill>
                <a:latin typeface="Bookman Old Style"/>
                <a:ea typeface="Bookman Old Style"/>
                <a:cs typeface="Bookman Old Style"/>
                <a:sym typeface="Bookman Old Style"/>
              </a:rPr>
              <a:t>l</a:t>
            </a:r>
            <a:r>
              <a:rPr lang="en-US" sz="1800" b="0" i="0" u="none">
                <a:solidFill>
                  <a:srgbClr val="262626"/>
                </a:solidFill>
                <a:latin typeface="Bookman Old Style"/>
                <a:ea typeface="Bookman Old Style"/>
                <a:cs typeface="Bookman Old Style"/>
                <a:sym typeface="Bookman Old Style"/>
              </a:rPr>
              <a:t>] i.e. </a:t>
            </a:r>
            <a:r>
              <a:rPr lang="en-US" sz="1800" b="0" i="1" u="none">
                <a:solidFill>
                  <a:srgbClr val="262626"/>
                </a:solidFill>
                <a:latin typeface="Bookman Old Style"/>
                <a:ea typeface="Bookman Old Style"/>
                <a:cs typeface="Bookman Old Style"/>
                <a:sym typeface="Bookman Old Style"/>
              </a:rPr>
              <a:t>q</a:t>
            </a:r>
            <a:r>
              <a:rPr lang="en-US" sz="1800" b="0" i="0" u="none">
                <a:solidFill>
                  <a:srgbClr val="262626"/>
                </a:solidFill>
                <a:latin typeface="Bookman Old Style"/>
                <a:ea typeface="Bookman Old Style"/>
                <a:cs typeface="Bookman Old Style"/>
                <a:sym typeface="Bookman Old Style"/>
              </a:rPr>
              <a:t>= [(n + 1)/2] and compare x with aq. </a:t>
            </a:r>
            <a:endParaRPr/>
          </a:p>
          <a:p>
            <a:pPr marL="457200" lvl="0" indent="-342900" algn="l" rtl="0">
              <a:lnSpc>
                <a:spcPct val="10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	Step 2: if x = aq i.e key element is equal to mid element, the problem is immediately solved.</a:t>
            </a:r>
            <a:endParaRPr/>
          </a:p>
          <a:p>
            <a:pPr marL="457200" lvl="0" indent="-342900" algn="l" rtl="0">
              <a:lnSpc>
                <a:spcPct val="10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	Step 3: if x &lt;aqin this case x has to be searched for only in the sub-list ai, ai+1, ……, aq- Therefore, problem reduces to </a:t>
            </a:r>
            <a:r>
              <a:rPr lang="en-US" sz="1800" b="1" i="0" u="none">
                <a:solidFill>
                  <a:srgbClr val="262626"/>
                </a:solidFill>
                <a:latin typeface="Bookman Old Style"/>
                <a:ea typeface="Bookman Old Style"/>
                <a:cs typeface="Bookman Old Style"/>
                <a:sym typeface="Bookman Old Style"/>
              </a:rPr>
              <a:t>(q-i, ai…aq-1, x).</a:t>
            </a:r>
            <a:endParaRPr/>
          </a:p>
          <a:p>
            <a:pPr marL="457200" lvl="0" indent="-342900" algn="l" rtl="0">
              <a:lnSpc>
                <a:spcPct val="10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	Step 4: if x &gt;aq,x has to be searched for only in the sub-list aq+1, ...,., a</a:t>
            </a:r>
            <a:r>
              <a:rPr lang="en-US" sz="1800" b="0" i="1" u="none">
                <a:solidFill>
                  <a:srgbClr val="262626"/>
                </a:solidFill>
                <a:latin typeface="Bookman Old Style"/>
                <a:ea typeface="Bookman Old Style"/>
                <a:cs typeface="Bookman Old Style"/>
                <a:sym typeface="Bookman Old Style"/>
              </a:rPr>
              <a:t>l </a:t>
            </a:r>
            <a:r>
              <a:rPr lang="en-US" sz="1800" b="0" i="0" u="none">
                <a:solidFill>
                  <a:srgbClr val="262626"/>
                </a:solidFill>
                <a:latin typeface="Bookman Old Style"/>
                <a:ea typeface="Bookman Old Style"/>
                <a:cs typeface="Bookman Old Style"/>
                <a:sym typeface="Bookman Old Style"/>
              </a:rPr>
              <a:t>. Therefore problem reduces to </a:t>
            </a:r>
            <a:r>
              <a:rPr lang="en-US" sz="1800" b="1" i="0" u="none">
                <a:solidFill>
                  <a:srgbClr val="262626"/>
                </a:solidFill>
                <a:latin typeface="Bookman Old Style"/>
                <a:ea typeface="Bookman Old Style"/>
                <a:cs typeface="Bookman Old Style"/>
                <a:sym typeface="Bookman Old Style"/>
              </a:rPr>
              <a:t>(</a:t>
            </a:r>
            <a:r>
              <a:rPr lang="en-US" sz="1800" b="1" i="1" u="none">
                <a:solidFill>
                  <a:srgbClr val="262626"/>
                </a:solidFill>
                <a:latin typeface="Bookman Old Style"/>
                <a:ea typeface="Bookman Old Style"/>
                <a:cs typeface="Bookman Old Style"/>
                <a:sym typeface="Bookman Old Style"/>
              </a:rPr>
              <a:t>l</a:t>
            </a:r>
            <a:r>
              <a:rPr lang="en-US" sz="1800" b="1" i="0" u="none">
                <a:solidFill>
                  <a:srgbClr val="262626"/>
                </a:solidFill>
                <a:latin typeface="Bookman Old Style"/>
                <a:ea typeface="Bookman Old Style"/>
                <a:cs typeface="Bookman Old Style"/>
                <a:sym typeface="Bookman Old Style"/>
              </a:rPr>
              <a:t>-i, aq+1…a</a:t>
            </a:r>
            <a:r>
              <a:rPr lang="en-US" sz="1800" b="1" i="1" u="none">
                <a:solidFill>
                  <a:srgbClr val="262626"/>
                </a:solidFill>
                <a:latin typeface="Bookman Old Style"/>
                <a:ea typeface="Bookman Old Style"/>
                <a:cs typeface="Bookman Old Style"/>
                <a:sym typeface="Bookman Old Style"/>
              </a:rPr>
              <a:t>l</a:t>
            </a:r>
            <a:r>
              <a:rPr lang="en-US" sz="1800" b="1" i="0" u="none">
                <a:solidFill>
                  <a:srgbClr val="262626"/>
                </a:solidFill>
                <a:latin typeface="Bookman Old Style"/>
                <a:ea typeface="Bookman Old Style"/>
                <a:cs typeface="Bookman Old Style"/>
                <a:sym typeface="Bookman Old Style"/>
              </a:rPr>
              <a:t>, x).</a:t>
            </a:r>
            <a:endParaRPr sz="1800" b="0" i="0" u="none">
              <a:solidFill>
                <a:srgbClr val="262626"/>
              </a:solidFill>
              <a:latin typeface="Bookman Old Style"/>
              <a:ea typeface="Bookman Old Style"/>
              <a:cs typeface="Bookman Old Style"/>
              <a:sym typeface="Bookman Old Style"/>
            </a:endParaRPr>
          </a:p>
          <a:p>
            <a:pPr marL="457200" lvl="0" indent="-342900" algn="l" rtl="0">
              <a:lnSpc>
                <a:spcPct val="100000"/>
              </a:lnSpc>
              <a:spcBef>
                <a:spcPts val="1000"/>
              </a:spcBef>
              <a:spcAft>
                <a:spcPts val="0"/>
              </a:spcAft>
              <a:buSzPts val="1800"/>
              <a:buNone/>
            </a:pPr>
            <a:endParaRPr sz="1800" b="0" i="0" u="none">
              <a:solidFill>
                <a:srgbClr val="262626"/>
              </a:solidFill>
              <a:latin typeface="Bookman Old Style"/>
              <a:ea typeface="Bookman Old Style"/>
              <a:cs typeface="Bookman Old Style"/>
              <a:sym typeface="Bookman Old Style"/>
            </a:endParaRPr>
          </a:p>
          <a:p>
            <a:pPr marL="457200" lvl="0" indent="-342900" algn="l" rtl="0">
              <a:lnSpc>
                <a:spcPct val="100000"/>
              </a:lnSpc>
              <a:spcBef>
                <a:spcPts val="1000"/>
              </a:spcBef>
              <a:spcAft>
                <a:spcPts val="0"/>
              </a:spcAft>
              <a:buSzPts val="1800"/>
              <a:buNone/>
            </a:pPr>
            <a:endParaRPr sz="1800" b="0" i="0" u="none">
              <a:solidFill>
                <a:srgbClr val="262626"/>
              </a:solidFill>
              <a:latin typeface="Bookman Old Style"/>
              <a:ea typeface="Bookman Old Style"/>
              <a:cs typeface="Bookman Old Style"/>
              <a:sym typeface="Bookman Old Style"/>
            </a:endParaRPr>
          </a:p>
          <a:p>
            <a:pPr marL="457200" lvl="0" indent="-228600" algn="l" rtl="0">
              <a:lnSpc>
                <a:spcPct val="100000"/>
              </a:lnSpc>
              <a:spcBef>
                <a:spcPts val="1000"/>
              </a:spcBef>
              <a:spcAft>
                <a:spcPts val="0"/>
              </a:spcAft>
              <a:buSzPts val="1800"/>
              <a:buNone/>
            </a:pPr>
            <a:endParaRPr sz="1800" b="0" i="0" u="none">
              <a:solidFill>
                <a:srgbClr val="262626"/>
              </a:solidFill>
              <a:latin typeface="Bookman Old Style"/>
              <a:ea typeface="Bookman Old Style"/>
              <a:cs typeface="Bookman Old Style"/>
              <a:sym typeface="Bookman Old Style"/>
            </a:endParaRPr>
          </a:p>
        </p:txBody>
      </p:sp>
      <p:sp>
        <p:nvSpPr>
          <p:cNvPr id="285" name="Google Shape;285;p17"/>
          <p:cNvSpPr/>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marR="0" lvl="0" indent="0" algn="ctr" rtl="0">
              <a:lnSpc>
                <a:spcPct val="100000"/>
              </a:lnSpc>
              <a:spcBef>
                <a:spcPts val="0"/>
              </a:spcBef>
              <a:spcAft>
                <a:spcPts val="0"/>
              </a:spcAft>
              <a:buClr>
                <a:srgbClr val="FFFFFF"/>
              </a:buClr>
              <a:buSzPts val="1100"/>
              <a:buFont typeface="Bookman Old Style"/>
              <a:buNone/>
            </a:pPr>
            <a:fld id="{00000000-1234-1234-1234-123412341234}" type="slidenum">
              <a:rPr lang="en-US" sz="1100" b="0" i="0" u="none" strike="noStrike" cap="none">
                <a:solidFill>
                  <a:srgbClr val="FFFFFF"/>
                </a:solidFill>
                <a:latin typeface="Bookman Old Style"/>
                <a:ea typeface="Bookman Old Style"/>
                <a:cs typeface="Bookman Old Style"/>
                <a:sym typeface="Bookman Old Style"/>
              </a:rPr>
              <a:t>17</a:t>
            </a:fld>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18"/>
          <p:cNvSpPr txBox="1">
            <a:spLocks noGrp="1"/>
          </p:cNvSpPr>
          <p:nvPr>
            <p:ph type="title"/>
          </p:nvPr>
        </p:nvSpPr>
        <p:spPr>
          <a:xfrm>
            <a:off x="1219200" y="762000"/>
            <a:ext cx="9525000" cy="1189037"/>
          </a:xfrm>
          <a:prstGeom prst="rect">
            <a:avLst/>
          </a:prstGeom>
          <a:solidFill>
            <a:srgbClr val="FFFFFF"/>
          </a:solidFill>
          <a:ln>
            <a:noFill/>
          </a:ln>
        </p:spPr>
        <p:txBody>
          <a:bodyPr spcFirstLastPara="1" wrap="square" lIns="182875" tIns="182875" rIns="182875" bIns="182875" anchor="ctr" anchorCtr="0">
            <a:noAutofit/>
          </a:bodyPr>
          <a:lstStyle/>
          <a:p>
            <a:pPr marL="457200" lvl="0" indent="0" algn="ctr" rtl="0">
              <a:lnSpc>
                <a:spcPct val="100000"/>
              </a:lnSpc>
              <a:spcBef>
                <a:spcPts val="0"/>
              </a:spcBef>
              <a:spcAft>
                <a:spcPts val="0"/>
              </a:spcAft>
              <a:buSzPts val="1800"/>
              <a:buNone/>
            </a:pPr>
            <a:r>
              <a:rPr lang="en-US" sz="2800" b="1" i="0" u="none">
                <a:solidFill>
                  <a:srgbClr val="000000"/>
                </a:solidFill>
                <a:latin typeface="Bookman Old Style"/>
                <a:ea typeface="Bookman Old Style"/>
                <a:cs typeface="Bookman Old Style"/>
                <a:sym typeface="Bookman Old Style"/>
              </a:rPr>
              <a:t>Iterative Binary Search</a:t>
            </a:r>
            <a:endParaRPr/>
          </a:p>
        </p:txBody>
      </p:sp>
      <p:sp>
        <p:nvSpPr>
          <p:cNvPr id="291" name="Google Shape;291;p18"/>
          <p:cNvSpPr txBox="1">
            <a:spLocks noGrp="1"/>
          </p:cNvSpPr>
          <p:nvPr>
            <p:ph type="body" idx="1"/>
          </p:nvPr>
        </p:nvSpPr>
        <p:spPr>
          <a:xfrm>
            <a:off x="1295400" y="1981200"/>
            <a:ext cx="9601200" cy="4237037"/>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1000"/>
              </a:spcBef>
              <a:spcAft>
                <a:spcPts val="0"/>
              </a:spcAft>
              <a:buSzPts val="1800"/>
              <a:buNone/>
            </a:pPr>
            <a:endParaRPr/>
          </a:p>
        </p:txBody>
      </p:sp>
      <p:sp>
        <p:nvSpPr>
          <p:cNvPr id="292" name="Google Shape;292;p18"/>
          <p:cNvSpPr/>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marR="0" lvl="0" indent="0" algn="ctr" rtl="0">
              <a:lnSpc>
                <a:spcPct val="100000"/>
              </a:lnSpc>
              <a:spcBef>
                <a:spcPts val="0"/>
              </a:spcBef>
              <a:spcAft>
                <a:spcPts val="0"/>
              </a:spcAft>
              <a:buClr>
                <a:srgbClr val="FFFFFF"/>
              </a:buClr>
              <a:buSzPts val="1100"/>
              <a:buFont typeface="Bookman Old Style"/>
              <a:buNone/>
            </a:pPr>
            <a:fld id="{00000000-1234-1234-1234-123412341234}" type="slidenum">
              <a:rPr lang="en-US" sz="1100" b="0" i="0" u="none" strike="noStrike" cap="none">
                <a:solidFill>
                  <a:srgbClr val="FFFFFF"/>
                </a:solidFill>
                <a:latin typeface="Bookman Old Style"/>
                <a:ea typeface="Bookman Old Style"/>
                <a:cs typeface="Bookman Old Style"/>
                <a:sym typeface="Bookman Old Style"/>
              </a:rPr>
              <a:t>18</a:t>
            </a:fld>
            <a:endParaRPr sz="1400" b="0" i="0" u="none" strike="noStrike" cap="none">
              <a:solidFill>
                <a:srgbClr val="000000"/>
              </a:solidFill>
              <a:latin typeface="Arial"/>
              <a:ea typeface="Arial"/>
              <a:cs typeface="Arial"/>
              <a:sym typeface="Arial"/>
            </a:endParaRPr>
          </a:p>
        </p:txBody>
      </p:sp>
      <p:pic>
        <p:nvPicPr>
          <p:cNvPr id="293" name="Google Shape;293;p18"/>
          <p:cNvPicPr preferRelativeResize="0"/>
          <p:nvPr/>
        </p:nvPicPr>
        <p:blipFill rotWithShape="1">
          <a:blip r:embed="rId3">
            <a:alphaModFix/>
          </a:blip>
          <a:srcRect/>
          <a:stretch/>
        </p:blipFill>
        <p:spPr>
          <a:xfrm>
            <a:off x="1295400" y="2057400"/>
            <a:ext cx="9677400" cy="41719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19"/>
          <p:cNvSpPr txBox="1">
            <a:spLocks noGrp="1"/>
          </p:cNvSpPr>
          <p:nvPr>
            <p:ph type="title"/>
          </p:nvPr>
        </p:nvSpPr>
        <p:spPr>
          <a:xfrm>
            <a:off x="1219200" y="762000"/>
            <a:ext cx="9525000" cy="1189037"/>
          </a:xfrm>
          <a:prstGeom prst="rect">
            <a:avLst/>
          </a:prstGeom>
          <a:solidFill>
            <a:srgbClr val="FFFFFF"/>
          </a:solidFill>
          <a:ln>
            <a:noFill/>
          </a:ln>
        </p:spPr>
        <p:txBody>
          <a:bodyPr spcFirstLastPara="1" wrap="square" lIns="182875" tIns="182875" rIns="182875" bIns="182875" anchor="ctr" anchorCtr="0">
            <a:noAutofit/>
          </a:bodyPr>
          <a:lstStyle/>
          <a:p>
            <a:pPr marL="457200" lvl="0" indent="0" algn="ctr" rtl="0">
              <a:lnSpc>
                <a:spcPct val="100000"/>
              </a:lnSpc>
              <a:spcBef>
                <a:spcPts val="0"/>
              </a:spcBef>
              <a:spcAft>
                <a:spcPts val="0"/>
              </a:spcAft>
              <a:buSzPts val="1800"/>
              <a:buNone/>
            </a:pPr>
            <a:r>
              <a:rPr lang="en-US" sz="2800" b="1" i="0" u="none">
                <a:solidFill>
                  <a:srgbClr val="000000"/>
                </a:solidFill>
                <a:latin typeface="Bookman Old Style"/>
                <a:ea typeface="Bookman Old Style"/>
                <a:cs typeface="Bookman Old Style"/>
                <a:sym typeface="Bookman Old Style"/>
              </a:rPr>
              <a:t>Recursive Binary Search</a:t>
            </a:r>
            <a:endParaRPr/>
          </a:p>
        </p:txBody>
      </p:sp>
      <p:sp>
        <p:nvSpPr>
          <p:cNvPr id="299" name="Google Shape;299;p19"/>
          <p:cNvSpPr txBox="1">
            <a:spLocks noGrp="1"/>
          </p:cNvSpPr>
          <p:nvPr>
            <p:ph type="body" idx="1"/>
          </p:nvPr>
        </p:nvSpPr>
        <p:spPr>
          <a:xfrm>
            <a:off x="1295400" y="1981200"/>
            <a:ext cx="9601200" cy="4237037"/>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1000"/>
              </a:spcBef>
              <a:spcAft>
                <a:spcPts val="0"/>
              </a:spcAft>
              <a:buSzPts val="1800"/>
              <a:buNone/>
            </a:pPr>
            <a:endParaRPr/>
          </a:p>
        </p:txBody>
      </p:sp>
      <p:sp>
        <p:nvSpPr>
          <p:cNvPr id="300" name="Google Shape;300;p19"/>
          <p:cNvSpPr/>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marR="0" lvl="0" indent="0" algn="ctr" rtl="0">
              <a:lnSpc>
                <a:spcPct val="100000"/>
              </a:lnSpc>
              <a:spcBef>
                <a:spcPts val="0"/>
              </a:spcBef>
              <a:spcAft>
                <a:spcPts val="0"/>
              </a:spcAft>
              <a:buClr>
                <a:srgbClr val="FFFFFF"/>
              </a:buClr>
              <a:buSzPts val="1100"/>
              <a:buFont typeface="Bookman Old Style"/>
              <a:buNone/>
            </a:pPr>
            <a:fld id="{00000000-1234-1234-1234-123412341234}" type="slidenum">
              <a:rPr lang="en-US" sz="1100" b="0" i="0" u="none" strike="noStrike" cap="none">
                <a:solidFill>
                  <a:srgbClr val="FFFFFF"/>
                </a:solidFill>
                <a:latin typeface="Bookman Old Style"/>
                <a:ea typeface="Bookman Old Style"/>
                <a:cs typeface="Bookman Old Style"/>
                <a:sym typeface="Bookman Old Style"/>
              </a:rPr>
              <a:t>19</a:t>
            </a:fld>
            <a:endParaRPr sz="1400" b="0" i="0" u="none" strike="noStrike" cap="none">
              <a:solidFill>
                <a:srgbClr val="000000"/>
              </a:solidFill>
              <a:latin typeface="Arial"/>
              <a:ea typeface="Arial"/>
              <a:cs typeface="Arial"/>
              <a:sym typeface="Arial"/>
            </a:endParaRPr>
          </a:p>
        </p:txBody>
      </p:sp>
      <p:pic>
        <p:nvPicPr>
          <p:cNvPr id="301" name="Google Shape;301;p19"/>
          <p:cNvPicPr preferRelativeResize="0"/>
          <p:nvPr/>
        </p:nvPicPr>
        <p:blipFill rotWithShape="1">
          <a:blip r:embed="rId3">
            <a:alphaModFix/>
          </a:blip>
          <a:srcRect/>
          <a:stretch/>
        </p:blipFill>
        <p:spPr>
          <a:xfrm>
            <a:off x="1143000" y="2181225"/>
            <a:ext cx="9829800" cy="41433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20"/>
          <p:cNvSpPr txBox="1">
            <a:spLocks noGrp="1"/>
          </p:cNvSpPr>
          <p:nvPr>
            <p:ph type="title"/>
          </p:nvPr>
        </p:nvSpPr>
        <p:spPr>
          <a:xfrm>
            <a:off x="1219200" y="762000"/>
            <a:ext cx="9525000" cy="1189037"/>
          </a:xfrm>
          <a:prstGeom prst="rect">
            <a:avLst/>
          </a:prstGeom>
          <a:solidFill>
            <a:srgbClr val="FFFFFF"/>
          </a:solidFill>
          <a:ln>
            <a:noFill/>
          </a:ln>
        </p:spPr>
        <p:txBody>
          <a:bodyPr spcFirstLastPara="1" wrap="square" lIns="182875" tIns="182875" rIns="182875" bIns="182875" anchor="ctr" anchorCtr="0">
            <a:noAutofit/>
          </a:bodyPr>
          <a:lstStyle/>
          <a:p>
            <a:pPr marL="457200" lvl="0" indent="0" algn="ctr" rtl="0">
              <a:lnSpc>
                <a:spcPct val="100000"/>
              </a:lnSpc>
              <a:spcBef>
                <a:spcPts val="0"/>
              </a:spcBef>
              <a:spcAft>
                <a:spcPts val="0"/>
              </a:spcAft>
              <a:buSzPts val="1800"/>
              <a:buNone/>
            </a:pPr>
            <a:r>
              <a:rPr lang="en-US" sz="2800" b="1" i="0" u="none">
                <a:solidFill>
                  <a:srgbClr val="000000"/>
                </a:solidFill>
                <a:latin typeface="Bookman Old Style"/>
                <a:ea typeface="Bookman Old Style"/>
                <a:cs typeface="Bookman Old Style"/>
                <a:sym typeface="Bookman Old Style"/>
              </a:rPr>
              <a:t>Analysis of Binary Search</a:t>
            </a:r>
            <a:endParaRPr/>
          </a:p>
        </p:txBody>
      </p:sp>
      <p:sp>
        <p:nvSpPr>
          <p:cNvPr id="307" name="Google Shape;307;p20"/>
          <p:cNvSpPr txBox="1">
            <a:spLocks noGrp="1"/>
          </p:cNvSpPr>
          <p:nvPr>
            <p:ph type="body" idx="1"/>
          </p:nvPr>
        </p:nvSpPr>
        <p:spPr>
          <a:xfrm>
            <a:off x="1295400" y="1981200"/>
            <a:ext cx="9601200" cy="4237037"/>
          </a:xfrm>
          <a:prstGeom prst="rect">
            <a:avLst/>
          </a:prstGeom>
          <a:noFill/>
          <a:ln>
            <a:noFill/>
          </a:ln>
        </p:spPr>
        <p:txBody>
          <a:bodyPr spcFirstLastPara="1" wrap="square" lIns="91425" tIns="45700" rIns="91425" bIns="45700" anchor="t" anchorCtr="0">
            <a:noAutofit/>
          </a:bodyPr>
          <a:lstStyle/>
          <a:p>
            <a:pPr marL="457200" lvl="0" indent="-342900" algn="just" rtl="0">
              <a:lnSpc>
                <a:spcPct val="100000"/>
              </a:lnSpc>
              <a:spcBef>
                <a:spcPts val="1000"/>
              </a:spcBef>
              <a:spcAft>
                <a:spcPts val="0"/>
              </a:spcAft>
              <a:buClr>
                <a:schemeClr val="accent2"/>
              </a:buClr>
              <a:buSzPts val="200"/>
              <a:buFont typeface="Arial"/>
              <a:buChar char="•"/>
            </a:pPr>
            <a:r>
              <a:rPr lang="en-US" sz="1800" b="1" i="1" u="none">
                <a:solidFill>
                  <a:srgbClr val="262626"/>
                </a:solidFill>
                <a:latin typeface="Bookman Old Style"/>
                <a:ea typeface="Bookman Old Style"/>
                <a:cs typeface="Bookman Old Style"/>
                <a:sym typeface="Bookman Old Style"/>
              </a:rPr>
              <a:t>Best case –Θ(1) </a:t>
            </a:r>
            <a:r>
              <a:rPr lang="en-US" sz="1800" b="0" i="0" u="none">
                <a:solidFill>
                  <a:srgbClr val="262626"/>
                </a:solidFill>
                <a:latin typeface="Bookman Old Style"/>
                <a:ea typeface="Bookman Old Style"/>
                <a:cs typeface="Bookman Old Style"/>
                <a:sym typeface="Bookman Old Style"/>
              </a:rPr>
              <a:t>In the best case, the key is the middle in the array. A constant number of comparisons (actually just 1) are required.</a:t>
            </a:r>
            <a:endParaRPr/>
          </a:p>
          <a:p>
            <a:pPr marL="457200" lvl="0" indent="-342900" algn="just" rtl="0">
              <a:lnSpc>
                <a:spcPct val="100000"/>
              </a:lnSpc>
              <a:spcBef>
                <a:spcPts val="1000"/>
              </a:spcBef>
              <a:spcAft>
                <a:spcPts val="0"/>
              </a:spcAft>
              <a:buClr>
                <a:schemeClr val="accent2"/>
              </a:buClr>
              <a:buSzPts val="200"/>
              <a:buFont typeface="Arial"/>
              <a:buChar char="•"/>
            </a:pPr>
            <a:r>
              <a:rPr lang="en-US" sz="1800" b="1" i="1" u="none">
                <a:solidFill>
                  <a:srgbClr val="262626"/>
                </a:solidFill>
                <a:latin typeface="Bookman Old Style"/>
                <a:ea typeface="Bookman Old Style"/>
                <a:cs typeface="Bookman Old Style"/>
                <a:sym typeface="Bookman Old Style"/>
              </a:rPr>
              <a:t>Worst case - Θ(log2 n) </a:t>
            </a:r>
            <a:r>
              <a:rPr lang="en-US" sz="1800" b="0" i="0" u="none">
                <a:solidFill>
                  <a:srgbClr val="262626"/>
                </a:solidFill>
                <a:latin typeface="Bookman Old Style"/>
                <a:ea typeface="Bookman Old Style"/>
                <a:cs typeface="Bookman Old Style"/>
                <a:sym typeface="Bookman Old Style"/>
              </a:rPr>
              <a:t>In the worst case, the key does not exist in the array at all. Through each recursion or iteration of Binary Search, the size of the admissible range is halved. This halving can be done ceiling(log2n ) times. Thus, [ log2 n ] comparisons are required.</a:t>
            </a:r>
            <a:endParaRPr/>
          </a:p>
          <a:p>
            <a:pPr marL="457200" lvl="0" indent="-342900" algn="just" rtl="0">
              <a:lnSpc>
                <a:spcPct val="10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
            </a:r>
            <a:br>
              <a:rPr lang="en-US" sz="1800" b="0" i="0" u="none">
                <a:solidFill>
                  <a:srgbClr val="262626"/>
                </a:solidFill>
                <a:latin typeface="Bookman Old Style"/>
                <a:ea typeface="Bookman Old Style"/>
                <a:cs typeface="Bookman Old Style"/>
                <a:sym typeface="Bookman Old Style"/>
              </a:rPr>
            </a:br>
            <a:r>
              <a:rPr lang="en-US" sz="1800" b="1" i="1" u="none">
                <a:solidFill>
                  <a:srgbClr val="262626"/>
                </a:solidFill>
                <a:latin typeface="Bookman Old Style"/>
                <a:ea typeface="Bookman Old Style"/>
                <a:cs typeface="Bookman Old Style"/>
                <a:sym typeface="Bookman Old Style"/>
              </a:rPr>
              <a:t>Average case - Θ (log2n) </a:t>
            </a:r>
            <a:r>
              <a:rPr lang="en-US" sz="1800" b="0" i="0" u="none">
                <a:solidFill>
                  <a:srgbClr val="262626"/>
                </a:solidFill>
                <a:latin typeface="Bookman Old Style"/>
                <a:ea typeface="Bookman Old Style"/>
                <a:cs typeface="Bookman Old Style"/>
                <a:sym typeface="Bookman Old Style"/>
              </a:rPr>
              <a:t>To find the average case, take the sum of the product of number of comparisons required to find each element and the probability of searching for that element. To simplify the analysis, assume that no item which is not in array will be searched for, and that the probabilities of searching for each element are uniform.</a:t>
            </a:r>
            <a:endParaRPr/>
          </a:p>
          <a:p>
            <a:pPr marL="457200" lvl="0" indent="-228600" algn="l" rtl="0">
              <a:lnSpc>
                <a:spcPct val="100000"/>
              </a:lnSpc>
              <a:spcBef>
                <a:spcPts val="1000"/>
              </a:spcBef>
              <a:spcAft>
                <a:spcPts val="0"/>
              </a:spcAft>
              <a:buSzPts val="1800"/>
              <a:buNone/>
            </a:pPr>
            <a:endParaRPr sz="1800" b="0" i="0" u="none">
              <a:solidFill>
                <a:srgbClr val="262626"/>
              </a:solidFill>
              <a:latin typeface="Bookman Old Style"/>
              <a:ea typeface="Bookman Old Style"/>
              <a:cs typeface="Bookman Old Style"/>
              <a:sym typeface="Bookman Old Style"/>
            </a:endParaRPr>
          </a:p>
        </p:txBody>
      </p:sp>
      <p:sp>
        <p:nvSpPr>
          <p:cNvPr id="308" name="Google Shape;308;p20"/>
          <p:cNvSpPr/>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marR="0" lvl="0" indent="0" algn="ctr" rtl="0">
              <a:lnSpc>
                <a:spcPct val="100000"/>
              </a:lnSpc>
              <a:spcBef>
                <a:spcPts val="0"/>
              </a:spcBef>
              <a:spcAft>
                <a:spcPts val="0"/>
              </a:spcAft>
              <a:buClr>
                <a:srgbClr val="FFFFFF"/>
              </a:buClr>
              <a:buSzPts val="1100"/>
              <a:buFont typeface="Bookman Old Style"/>
              <a:buNone/>
            </a:pPr>
            <a:fld id="{00000000-1234-1234-1234-123412341234}" type="slidenum">
              <a:rPr lang="en-US" sz="1100" b="0" i="0" u="none" strike="noStrike" cap="none">
                <a:solidFill>
                  <a:srgbClr val="FFFFFF"/>
                </a:solidFill>
                <a:latin typeface="Bookman Old Style"/>
                <a:ea typeface="Bookman Old Style"/>
                <a:cs typeface="Bookman Old Style"/>
                <a:sym typeface="Bookman Old Style"/>
              </a:rPr>
              <a:t>20</a:t>
            </a:fld>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21"/>
          <p:cNvSpPr txBox="1">
            <a:spLocks noGrp="1"/>
          </p:cNvSpPr>
          <p:nvPr>
            <p:ph type="title"/>
          </p:nvPr>
        </p:nvSpPr>
        <p:spPr>
          <a:xfrm>
            <a:off x="1219200" y="762000"/>
            <a:ext cx="9525000" cy="1189037"/>
          </a:xfrm>
          <a:prstGeom prst="rect">
            <a:avLst/>
          </a:prstGeom>
          <a:solidFill>
            <a:srgbClr val="FFFFFF"/>
          </a:solidFill>
          <a:ln>
            <a:noFill/>
          </a:ln>
        </p:spPr>
        <p:txBody>
          <a:bodyPr spcFirstLastPara="1" wrap="square" lIns="182875" tIns="182875" rIns="182875" bIns="182875" anchor="ctr" anchorCtr="0">
            <a:noAutofit/>
          </a:bodyPr>
          <a:lstStyle/>
          <a:p>
            <a:pPr marL="457200" lvl="0" indent="0" algn="ctr" rtl="0">
              <a:lnSpc>
                <a:spcPct val="100000"/>
              </a:lnSpc>
              <a:spcBef>
                <a:spcPts val="0"/>
              </a:spcBef>
              <a:spcAft>
                <a:spcPts val="0"/>
              </a:spcAft>
              <a:buSzPts val="1800"/>
              <a:buNone/>
            </a:pPr>
            <a:r>
              <a:rPr lang="en-US" sz="2800" b="1" i="0" u="none">
                <a:solidFill>
                  <a:srgbClr val="262626"/>
                </a:solidFill>
                <a:latin typeface="Bookman Old Style"/>
                <a:ea typeface="Bookman Old Style"/>
                <a:cs typeface="Bookman Old Style"/>
                <a:sym typeface="Bookman Old Style"/>
              </a:rPr>
              <a:t>Multiplication of Large Integers </a:t>
            </a:r>
            <a:endParaRPr/>
          </a:p>
        </p:txBody>
      </p:sp>
      <p:sp>
        <p:nvSpPr>
          <p:cNvPr id="314" name="Google Shape;314;p21"/>
          <p:cNvSpPr txBox="1">
            <a:spLocks noGrp="1"/>
          </p:cNvSpPr>
          <p:nvPr>
            <p:ph type="body" idx="1"/>
          </p:nvPr>
        </p:nvSpPr>
        <p:spPr>
          <a:xfrm>
            <a:off x="1295400" y="1981200"/>
            <a:ext cx="9601200" cy="423703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Consider the problem of multiplying two (large) </a:t>
            </a:r>
            <a:r>
              <a:rPr lang="en-US" sz="1800" b="0" i="1" u="none">
                <a:solidFill>
                  <a:srgbClr val="262626"/>
                </a:solidFill>
                <a:latin typeface="Bookman Old Style"/>
                <a:ea typeface="Bookman Old Style"/>
                <a:cs typeface="Bookman Old Style"/>
                <a:sym typeface="Bookman Old Style"/>
              </a:rPr>
              <a:t>n</a:t>
            </a:r>
            <a:r>
              <a:rPr lang="en-US" sz="1800" b="0" i="0" u="none">
                <a:solidFill>
                  <a:srgbClr val="262626"/>
                </a:solidFill>
                <a:latin typeface="Bookman Old Style"/>
                <a:ea typeface="Bookman Old Style"/>
                <a:cs typeface="Bookman Old Style"/>
                <a:sym typeface="Bookman Old Style"/>
              </a:rPr>
              <a:t>-digit integers represented by arrays of their digits such as:</a:t>
            </a:r>
            <a:br>
              <a:rPr lang="en-US" sz="1800" b="0" i="0" u="none">
                <a:solidFill>
                  <a:srgbClr val="262626"/>
                </a:solidFill>
                <a:latin typeface="Bookman Old Style"/>
                <a:ea typeface="Bookman Old Style"/>
                <a:cs typeface="Bookman Old Style"/>
                <a:sym typeface="Bookman Old Style"/>
              </a:rPr>
            </a:br>
            <a:r>
              <a:rPr lang="en-US" sz="1800" b="0" i="0" u="none">
                <a:solidFill>
                  <a:srgbClr val="262626"/>
                </a:solidFill>
                <a:latin typeface="Bookman Old Style"/>
                <a:ea typeface="Bookman Old Style"/>
                <a:cs typeface="Bookman Old Style"/>
                <a:sym typeface="Bookman Old Style"/>
              </a:rPr>
              <a:t/>
            </a:r>
            <a:br>
              <a:rPr lang="en-US" sz="1800" b="0" i="0" u="none">
                <a:solidFill>
                  <a:srgbClr val="262626"/>
                </a:solidFill>
                <a:latin typeface="Bookman Old Style"/>
                <a:ea typeface="Bookman Old Style"/>
                <a:cs typeface="Bookman Old Style"/>
                <a:sym typeface="Bookman Old Style"/>
              </a:rPr>
            </a:br>
            <a:r>
              <a:rPr lang="en-US" sz="1800" b="0" i="0" u="none">
                <a:solidFill>
                  <a:srgbClr val="262626"/>
                </a:solidFill>
                <a:latin typeface="Bookman Old Style"/>
                <a:ea typeface="Bookman Old Style"/>
                <a:cs typeface="Bookman Old Style"/>
                <a:sym typeface="Bookman Old Style"/>
              </a:rPr>
              <a:t>A = 12345678901357986429   B = 87654321284820912836</a:t>
            </a:r>
            <a:br>
              <a:rPr lang="en-US" sz="1800" b="0" i="0" u="none">
                <a:solidFill>
                  <a:srgbClr val="262626"/>
                </a:solidFill>
                <a:latin typeface="Bookman Old Style"/>
                <a:ea typeface="Bookman Old Style"/>
                <a:cs typeface="Bookman Old Style"/>
                <a:sym typeface="Bookman Old Style"/>
              </a:rPr>
            </a:br>
            <a:r>
              <a:rPr lang="en-US" sz="1800" b="0" i="0" u="none">
                <a:solidFill>
                  <a:srgbClr val="262626"/>
                </a:solidFill>
                <a:latin typeface="Bookman Old Style"/>
                <a:ea typeface="Bookman Old Style"/>
                <a:cs typeface="Bookman Old Style"/>
                <a:sym typeface="Bookman Old Style"/>
              </a:rPr>
              <a:t/>
            </a:r>
            <a:br>
              <a:rPr lang="en-US" sz="1800" b="0" i="0" u="none">
                <a:solidFill>
                  <a:srgbClr val="262626"/>
                </a:solidFill>
                <a:latin typeface="Bookman Old Style"/>
                <a:ea typeface="Bookman Old Style"/>
                <a:cs typeface="Bookman Old Style"/>
                <a:sym typeface="Bookman Old Style"/>
              </a:rPr>
            </a:br>
            <a:r>
              <a:rPr lang="en-US" sz="1800" b="0" i="0" u="none">
                <a:solidFill>
                  <a:srgbClr val="262626"/>
                </a:solidFill>
                <a:latin typeface="Bookman Old Style"/>
                <a:ea typeface="Bookman Old Style"/>
                <a:cs typeface="Bookman Old Style"/>
                <a:sym typeface="Bookman Old Style"/>
              </a:rPr>
              <a:t>The grade-school algorithm:</a:t>
            </a:r>
            <a:endParaRPr/>
          </a:p>
          <a:p>
            <a:pPr marL="0" lvl="0" indent="0" algn="l" rtl="0">
              <a:lnSpc>
                <a:spcPct val="90000"/>
              </a:lnSpc>
              <a:spcBef>
                <a:spcPts val="1000"/>
              </a:spcBef>
              <a:spcAft>
                <a:spcPts val="0"/>
              </a:spcAft>
              <a:buSzPts val="1800"/>
              <a:buNone/>
            </a:pPr>
            <a:r>
              <a:rPr lang="en-US" sz="1800" b="0" i="1" u="none">
                <a:solidFill>
                  <a:srgbClr val="262626"/>
                </a:solidFill>
                <a:latin typeface="Bookman Old Style"/>
                <a:ea typeface="Bookman Old Style"/>
                <a:cs typeface="Bookman Old Style"/>
                <a:sym typeface="Bookman Old Style"/>
              </a:rPr>
              <a:t>		a</a:t>
            </a:r>
            <a:r>
              <a:rPr lang="en-US" sz="1800" b="0" i="0" u="none" baseline="-25000">
                <a:solidFill>
                  <a:srgbClr val="262626"/>
                </a:solidFill>
                <a:latin typeface="Bookman Old Style"/>
                <a:ea typeface="Bookman Old Style"/>
                <a:cs typeface="Bookman Old Style"/>
                <a:sym typeface="Bookman Old Style"/>
              </a:rPr>
              <a:t>1  </a:t>
            </a:r>
            <a:r>
              <a:rPr lang="en-US" sz="1800" b="0" i="1" u="none">
                <a:solidFill>
                  <a:srgbClr val="262626"/>
                </a:solidFill>
                <a:latin typeface="Bookman Old Style"/>
                <a:ea typeface="Bookman Old Style"/>
                <a:cs typeface="Bookman Old Style"/>
                <a:sym typeface="Bookman Old Style"/>
              </a:rPr>
              <a:t>a</a:t>
            </a:r>
            <a:r>
              <a:rPr lang="en-US" sz="1800" b="0" i="0" u="none" baseline="-25000">
                <a:solidFill>
                  <a:srgbClr val="262626"/>
                </a:solidFill>
                <a:latin typeface="Bookman Old Style"/>
                <a:ea typeface="Bookman Old Style"/>
                <a:cs typeface="Bookman Old Style"/>
                <a:sym typeface="Bookman Old Style"/>
              </a:rPr>
              <a:t>2 </a:t>
            </a:r>
            <a:r>
              <a:rPr lang="en-US" sz="1800" b="0" i="0" u="none">
                <a:solidFill>
                  <a:srgbClr val="262626"/>
                </a:solidFill>
                <a:latin typeface="Bookman Old Style"/>
                <a:ea typeface="Bookman Old Style"/>
                <a:cs typeface="Bookman Old Style"/>
                <a:sym typeface="Bookman Old Style"/>
              </a:rPr>
              <a:t>…  </a:t>
            </a:r>
            <a:r>
              <a:rPr lang="en-US" sz="1800" b="0" i="1" u="none">
                <a:solidFill>
                  <a:srgbClr val="262626"/>
                </a:solidFill>
                <a:latin typeface="Bookman Old Style"/>
                <a:ea typeface="Bookman Old Style"/>
                <a:cs typeface="Bookman Old Style"/>
                <a:sym typeface="Bookman Old Style"/>
              </a:rPr>
              <a:t>a</a:t>
            </a:r>
            <a:r>
              <a:rPr lang="en-US" sz="1800" b="0" i="1" u="none" baseline="-25000">
                <a:solidFill>
                  <a:srgbClr val="262626"/>
                </a:solidFill>
                <a:latin typeface="Bookman Old Style"/>
                <a:ea typeface="Bookman Old Style"/>
                <a:cs typeface="Bookman Old Style"/>
                <a:sym typeface="Bookman Old Style"/>
              </a:rPr>
              <a:t>n</a:t>
            </a:r>
            <a:br>
              <a:rPr lang="en-US" sz="1800" b="0" i="1" u="none" baseline="-25000">
                <a:solidFill>
                  <a:srgbClr val="262626"/>
                </a:solidFill>
                <a:latin typeface="Bookman Old Style"/>
                <a:ea typeface="Bookman Old Style"/>
                <a:cs typeface="Bookman Old Style"/>
                <a:sym typeface="Bookman Old Style"/>
              </a:rPr>
            </a:br>
            <a:r>
              <a:rPr lang="en-US" sz="1800" b="0" i="1" u="none" baseline="-25000">
                <a:solidFill>
                  <a:srgbClr val="262626"/>
                </a:solidFill>
                <a:latin typeface="Bookman Old Style"/>
                <a:ea typeface="Bookman Old Style"/>
                <a:cs typeface="Bookman Old Style"/>
                <a:sym typeface="Bookman Old Style"/>
              </a:rPr>
              <a:t>               		</a:t>
            </a:r>
            <a:r>
              <a:rPr lang="en-US" sz="1800" b="0" i="1" u="none">
                <a:solidFill>
                  <a:srgbClr val="262626"/>
                </a:solidFill>
                <a:latin typeface="Bookman Old Style"/>
                <a:ea typeface="Bookman Old Style"/>
                <a:cs typeface="Bookman Old Style"/>
                <a:sym typeface="Bookman Old Style"/>
              </a:rPr>
              <a:t>b</a:t>
            </a:r>
            <a:r>
              <a:rPr lang="en-US" sz="1800" b="0" i="0" u="none" baseline="-25000">
                <a:solidFill>
                  <a:srgbClr val="262626"/>
                </a:solidFill>
                <a:latin typeface="Bookman Old Style"/>
                <a:ea typeface="Bookman Old Style"/>
                <a:cs typeface="Bookman Old Style"/>
                <a:sym typeface="Bookman Old Style"/>
              </a:rPr>
              <a:t>1  </a:t>
            </a:r>
            <a:r>
              <a:rPr lang="en-US" sz="1800" b="0" i="1" u="none">
                <a:solidFill>
                  <a:srgbClr val="262626"/>
                </a:solidFill>
                <a:latin typeface="Bookman Old Style"/>
                <a:ea typeface="Bookman Old Style"/>
                <a:cs typeface="Bookman Old Style"/>
                <a:sym typeface="Bookman Old Style"/>
              </a:rPr>
              <a:t>b</a:t>
            </a:r>
            <a:r>
              <a:rPr lang="en-US" sz="1800" b="0" i="0" u="none" baseline="-25000">
                <a:solidFill>
                  <a:srgbClr val="262626"/>
                </a:solidFill>
                <a:latin typeface="Bookman Old Style"/>
                <a:ea typeface="Bookman Old Style"/>
                <a:cs typeface="Bookman Old Style"/>
                <a:sym typeface="Bookman Old Style"/>
              </a:rPr>
              <a:t>2 </a:t>
            </a:r>
            <a:r>
              <a:rPr lang="en-US" sz="1800" b="0" i="0" u="none">
                <a:solidFill>
                  <a:srgbClr val="262626"/>
                </a:solidFill>
                <a:latin typeface="Bookman Old Style"/>
                <a:ea typeface="Bookman Old Style"/>
                <a:cs typeface="Bookman Old Style"/>
                <a:sym typeface="Bookman Old Style"/>
              </a:rPr>
              <a:t>…  </a:t>
            </a:r>
            <a:r>
              <a:rPr lang="en-US" sz="1800" b="0" i="1" u="none">
                <a:solidFill>
                  <a:srgbClr val="262626"/>
                </a:solidFill>
                <a:latin typeface="Bookman Old Style"/>
                <a:ea typeface="Bookman Old Style"/>
                <a:cs typeface="Bookman Old Style"/>
                <a:sym typeface="Bookman Old Style"/>
              </a:rPr>
              <a:t>b</a:t>
            </a:r>
            <a:r>
              <a:rPr lang="en-US" sz="1800" b="0" i="1" u="none" baseline="-25000">
                <a:solidFill>
                  <a:srgbClr val="262626"/>
                </a:solidFill>
                <a:latin typeface="Bookman Old Style"/>
                <a:ea typeface="Bookman Old Style"/>
                <a:cs typeface="Bookman Old Style"/>
                <a:sym typeface="Bookman Old Style"/>
              </a:rPr>
              <a:t>n</a:t>
            </a:r>
            <a:br>
              <a:rPr lang="en-US" sz="1800" b="0" i="1" u="none" baseline="-25000">
                <a:solidFill>
                  <a:srgbClr val="262626"/>
                </a:solidFill>
                <a:latin typeface="Bookman Old Style"/>
                <a:ea typeface="Bookman Old Style"/>
                <a:cs typeface="Bookman Old Style"/>
                <a:sym typeface="Bookman Old Style"/>
              </a:rPr>
            </a:br>
            <a:r>
              <a:rPr lang="en-US" sz="1800" b="0" i="1" u="none" baseline="-25000">
                <a:solidFill>
                  <a:srgbClr val="262626"/>
                </a:solidFill>
                <a:latin typeface="Bookman Old Style"/>
                <a:ea typeface="Bookman Old Style"/>
                <a:cs typeface="Bookman Old Style"/>
                <a:sym typeface="Bookman Old Style"/>
              </a:rPr>
              <a:t> 	   </a:t>
            </a:r>
            <a:r>
              <a:rPr lang="en-US" sz="1800" b="0" i="0" u="none">
                <a:solidFill>
                  <a:srgbClr val="262626"/>
                </a:solidFill>
                <a:latin typeface="Bookman Old Style"/>
                <a:ea typeface="Bookman Old Style"/>
                <a:cs typeface="Bookman Old Style"/>
                <a:sym typeface="Bookman Old Style"/>
              </a:rPr>
              <a:t>(</a:t>
            </a:r>
            <a:r>
              <a:rPr lang="en-US" sz="1800" b="0" i="1" u="none">
                <a:solidFill>
                  <a:srgbClr val="262626"/>
                </a:solidFill>
                <a:latin typeface="Bookman Old Style"/>
                <a:ea typeface="Bookman Old Style"/>
                <a:cs typeface="Bookman Old Style"/>
                <a:sym typeface="Bookman Old Style"/>
              </a:rPr>
              <a:t>d</a:t>
            </a:r>
            <a:r>
              <a:rPr lang="en-US" sz="1800" b="0" i="0" u="none" baseline="-25000">
                <a:solidFill>
                  <a:srgbClr val="262626"/>
                </a:solidFill>
                <a:latin typeface="Bookman Old Style"/>
                <a:ea typeface="Bookman Old Style"/>
                <a:cs typeface="Bookman Old Style"/>
                <a:sym typeface="Bookman Old Style"/>
              </a:rPr>
              <a:t>10</a:t>
            </a:r>
            <a:r>
              <a:rPr lang="en-US" sz="1800" b="0" i="0" u="none">
                <a:solidFill>
                  <a:srgbClr val="262626"/>
                </a:solidFill>
                <a:latin typeface="Bookman Old Style"/>
                <a:ea typeface="Bookman Old Style"/>
                <a:cs typeface="Bookman Old Style"/>
                <a:sym typeface="Bookman Old Style"/>
              </a:rPr>
              <a:t>)</a:t>
            </a:r>
            <a:r>
              <a:rPr lang="en-US" sz="1800" b="0" i="0" u="none" baseline="-25000">
                <a:solidFill>
                  <a:srgbClr val="262626"/>
                </a:solidFill>
                <a:latin typeface="Bookman Old Style"/>
                <a:ea typeface="Bookman Old Style"/>
                <a:cs typeface="Bookman Old Style"/>
                <a:sym typeface="Bookman Old Style"/>
              </a:rPr>
              <a:t> </a:t>
            </a:r>
            <a:r>
              <a:rPr lang="en-US" sz="1800" b="0" i="1" u="none">
                <a:solidFill>
                  <a:srgbClr val="262626"/>
                </a:solidFill>
                <a:latin typeface="Bookman Old Style"/>
                <a:ea typeface="Bookman Old Style"/>
                <a:cs typeface="Bookman Old Style"/>
                <a:sym typeface="Bookman Old Style"/>
              </a:rPr>
              <a:t>d</a:t>
            </a:r>
            <a:r>
              <a:rPr lang="en-US" sz="1800" b="0" i="0" u="none" baseline="-25000">
                <a:solidFill>
                  <a:srgbClr val="262626"/>
                </a:solidFill>
                <a:latin typeface="Bookman Old Style"/>
                <a:ea typeface="Bookman Old Style"/>
                <a:cs typeface="Bookman Old Style"/>
                <a:sym typeface="Bookman Old Style"/>
              </a:rPr>
              <a:t>11</a:t>
            </a:r>
            <a:r>
              <a:rPr lang="en-US" sz="1800" b="0" i="1" u="none">
                <a:solidFill>
                  <a:srgbClr val="262626"/>
                </a:solidFill>
                <a:latin typeface="Bookman Old Style"/>
                <a:ea typeface="Bookman Old Style"/>
                <a:cs typeface="Bookman Old Style"/>
                <a:sym typeface="Bookman Old Style"/>
              </a:rPr>
              <a:t>d</a:t>
            </a:r>
            <a:r>
              <a:rPr lang="en-US" sz="1800" b="0" i="0" u="none" baseline="-25000">
                <a:solidFill>
                  <a:srgbClr val="262626"/>
                </a:solidFill>
                <a:latin typeface="Bookman Old Style"/>
                <a:ea typeface="Bookman Old Style"/>
                <a:cs typeface="Bookman Old Style"/>
                <a:sym typeface="Bookman Old Style"/>
              </a:rPr>
              <a:t>12 </a:t>
            </a:r>
            <a:r>
              <a:rPr lang="en-US" sz="1800" b="0" i="0" u="none">
                <a:solidFill>
                  <a:srgbClr val="262626"/>
                </a:solidFill>
                <a:latin typeface="Bookman Old Style"/>
                <a:ea typeface="Bookman Old Style"/>
                <a:cs typeface="Bookman Old Style"/>
                <a:sym typeface="Bookman Old Style"/>
              </a:rPr>
              <a:t>… </a:t>
            </a:r>
            <a:r>
              <a:rPr lang="en-US" sz="1800" b="0" i="1" u="none">
                <a:solidFill>
                  <a:srgbClr val="262626"/>
                </a:solidFill>
                <a:latin typeface="Bookman Old Style"/>
                <a:ea typeface="Bookman Old Style"/>
                <a:cs typeface="Bookman Old Style"/>
                <a:sym typeface="Bookman Old Style"/>
              </a:rPr>
              <a:t>d</a:t>
            </a:r>
            <a:r>
              <a:rPr lang="en-US" sz="1800" b="0" i="0" u="none" baseline="-25000">
                <a:solidFill>
                  <a:srgbClr val="262626"/>
                </a:solidFill>
                <a:latin typeface="Bookman Old Style"/>
                <a:ea typeface="Bookman Old Style"/>
                <a:cs typeface="Bookman Old Style"/>
                <a:sym typeface="Bookman Old Style"/>
              </a:rPr>
              <a:t>1</a:t>
            </a:r>
            <a:r>
              <a:rPr lang="en-US" sz="1800" b="0" i="1" u="none" baseline="-25000">
                <a:solidFill>
                  <a:srgbClr val="262626"/>
                </a:solidFill>
                <a:latin typeface="Bookman Old Style"/>
                <a:ea typeface="Bookman Old Style"/>
                <a:cs typeface="Bookman Old Style"/>
                <a:sym typeface="Bookman Old Style"/>
              </a:rPr>
              <a:t>n</a:t>
            </a:r>
            <a:endParaRPr/>
          </a:p>
          <a:p>
            <a:pPr marL="0" lvl="0" indent="0" algn="l" rtl="0">
              <a:lnSpc>
                <a:spcPct val="90000"/>
              </a:lnSpc>
              <a:spcBef>
                <a:spcPts val="1000"/>
              </a:spcBef>
              <a:spcAft>
                <a:spcPts val="0"/>
              </a:spcAft>
              <a:buSzPts val="1800"/>
              <a:buNone/>
            </a:pPr>
            <a:r>
              <a:rPr lang="en-US" sz="1800" b="0" i="1" u="none" baseline="-25000">
                <a:solidFill>
                  <a:srgbClr val="262626"/>
                </a:solidFill>
                <a:latin typeface="Bookman Old Style"/>
                <a:ea typeface="Bookman Old Style"/>
                <a:cs typeface="Bookman Old Style"/>
                <a:sym typeface="Bookman Old Style"/>
              </a:rPr>
              <a:t>         </a:t>
            </a:r>
            <a:r>
              <a:rPr lang="en-US" sz="1800" b="0" i="0" u="none">
                <a:solidFill>
                  <a:srgbClr val="262626"/>
                </a:solidFill>
                <a:latin typeface="Bookman Old Style"/>
                <a:ea typeface="Bookman Old Style"/>
                <a:cs typeface="Bookman Old Style"/>
                <a:sym typeface="Bookman Old Style"/>
              </a:rPr>
              <a:t>(</a:t>
            </a:r>
            <a:r>
              <a:rPr lang="en-US" sz="1800" b="0" i="1" u="none">
                <a:solidFill>
                  <a:srgbClr val="262626"/>
                </a:solidFill>
                <a:latin typeface="Bookman Old Style"/>
                <a:ea typeface="Bookman Old Style"/>
                <a:cs typeface="Bookman Old Style"/>
                <a:sym typeface="Bookman Old Style"/>
              </a:rPr>
              <a:t>d</a:t>
            </a:r>
            <a:r>
              <a:rPr lang="en-US" sz="1800" b="0" i="0" u="none" baseline="-25000">
                <a:solidFill>
                  <a:srgbClr val="262626"/>
                </a:solidFill>
                <a:latin typeface="Bookman Old Style"/>
                <a:ea typeface="Bookman Old Style"/>
                <a:cs typeface="Bookman Old Style"/>
                <a:sym typeface="Bookman Old Style"/>
              </a:rPr>
              <a:t>20</a:t>
            </a:r>
            <a:r>
              <a:rPr lang="en-US" sz="1800" b="0" i="0" u="none">
                <a:solidFill>
                  <a:srgbClr val="262626"/>
                </a:solidFill>
                <a:latin typeface="Bookman Old Style"/>
                <a:ea typeface="Bookman Old Style"/>
                <a:cs typeface="Bookman Old Style"/>
                <a:sym typeface="Bookman Old Style"/>
              </a:rPr>
              <a:t>)</a:t>
            </a:r>
            <a:r>
              <a:rPr lang="en-US" sz="1800" b="0" i="0" u="none" baseline="-25000">
                <a:solidFill>
                  <a:srgbClr val="262626"/>
                </a:solidFill>
                <a:latin typeface="Bookman Old Style"/>
                <a:ea typeface="Bookman Old Style"/>
                <a:cs typeface="Bookman Old Style"/>
                <a:sym typeface="Bookman Old Style"/>
              </a:rPr>
              <a:t> </a:t>
            </a:r>
            <a:r>
              <a:rPr lang="en-US" sz="1800" b="0" i="1" u="none">
                <a:solidFill>
                  <a:srgbClr val="262626"/>
                </a:solidFill>
                <a:latin typeface="Bookman Old Style"/>
                <a:ea typeface="Bookman Old Style"/>
                <a:cs typeface="Bookman Old Style"/>
                <a:sym typeface="Bookman Old Style"/>
              </a:rPr>
              <a:t>d</a:t>
            </a:r>
            <a:r>
              <a:rPr lang="en-US" sz="1800" b="0" i="0" u="none" baseline="-25000">
                <a:solidFill>
                  <a:srgbClr val="262626"/>
                </a:solidFill>
                <a:latin typeface="Bookman Old Style"/>
                <a:ea typeface="Bookman Old Style"/>
                <a:cs typeface="Bookman Old Style"/>
                <a:sym typeface="Bookman Old Style"/>
              </a:rPr>
              <a:t>21</a:t>
            </a:r>
            <a:r>
              <a:rPr lang="en-US" sz="1800" b="0" i="1" u="none">
                <a:solidFill>
                  <a:srgbClr val="262626"/>
                </a:solidFill>
                <a:latin typeface="Bookman Old Style"/>
                <a:ea typeface="Bookman Old Style"/>
                <a:cs typeface="Bookman Old Style"/>
                <a:sym typeface="Bookman Old Style"/>
              </a:rPr>
              <a:t>d</a:t>
            </a:r>
            <a:r>
              <a:rPr lang="en-US" sz="1800" b="0" i="0" u="none" baseline="-25000">
                <a:solidFill>
                  <a:srgbClr val="262626"/>
                </a:solidFill>
                <a:latin typeface="Bookman Old Style"/>
                <a:ea typeface="Bookman Old Style"/>
                <a:cs typeface="Bookman Old Style"/>
                <a:sym typeface="Bookman Old Style"/>
              </a:rPr>
              <a:t>22 </a:t>
            </a:r>
            <a:r>
              <a:rPr lang="en-US" sz="1800" b="0" i="0" u="none">
                <a:solidFill>
                  <a:srgbClr val="262626"/>
                </a:solidFill>
                <a:latin typeface="Bookman Old Style"/>
                <a:ea typeface="Bookman Old Style"/>
                <a:cs typeface="Bookman Old Style"/>
                <a:sym typeface="Bookman Old Style"/>
              </a:rPr>
              <a:t>… </a:t>
            </a:r>
            <a:r>
              <a:rPr lang="en-US" sz="1800" b="0" i="1" u="none">
                <a:solidFill>
                  <a:srgbClr val="262626"/>
                </a:solidFill>
                <a:latin typeface="Bookman Old Style"/>
                <a:ea typeface="Bookman Old Style"/>
                <a:cs typeface="Bookman Old Style"/>
                <a:sym typeface="Bookman Old Style"/>
              </a:rPr>
              <a:t>d</a:t>
            </a:r>
            <a:r>
              <a:rPr lang="en-US" sz="1800" b="0" i="0" u="none" baseline="-25000">
                <a:solidFill>
                  <a:srgbClr val="262626"/>
                </a:solidFill>
                <a:latin typeface="Bookman Old Style"/>
                <a:ea typeface="Bookman Old Style"/>
                <a:cs typeface="Bookman Old Style"/>
                <a:sym typeface="Bookman Old Style"/>
              </a:rPr>
              <a:t>2</a:t>
            </a:r>
            <a:r>
              <a:rPr lang="en-US" sz="1800" b="0" i="1" u="none" baseline="-25000">
                <a:solidFill>
                  <a:srgbClr val="262626"/>
                </a:solidFill>
                <a:latin typeface="Bookman Old Style"/>
                <a:ea typeface="Bookman Old Style"/>
                <a:cs typeface="Bookman Old Style"/>
                <a:sym typeface="Bookman Old Style"/>
              </a:rPr>
              <a:t>n</a:t>
            </a:r>
            <a:endParaRPr/>
          </a:p>
          <a:p>
            <a:pPr marL="0" lvl="0" indent="0" algn="l" rtl="0">
              <a:lnSpc>
                <a:spcPct val="90000"/>
              </a:lnSpc>
              <a:spcBef>
                <a:spcPts val="1000"/>
              </a:spcBef>
              <a:spcAft>
                <a:spcPts val="0"/>
              </a:spcAft>
              <a:buSzPts val="1800"/>
              <a:buNone/>
            </a:pPr>
            <a:r>
              <a:rPr lang="en-US" sz="1800" b="0" i="1" u="none" baseline="-25000">
                <a:solidFill>
                  <a:srgbClr val="262626"/>
                </a:solidFill>
                <a:latin typeface="Bookman Old Style"/>
                <a:ea typeface="Bookman Old Style"/>
                <a:cs typeface="Bookman Old Style"/>
                <a:sym typeface="Bookman Old Style"/>
              </a:rPr>
              <a:t>        </a:t>
            </a:r>
            <a:r>
              <a:rPr lang="en-US" sz="1800" b="0" i="0" u="none">
                <a:solidFill>
                  <a:srgbClr val="262626"/>
                </a:solidFill>
                <a:latin typeface="Bookman Old Style"/>
                <a:ea typeface="Bookman Old Style"/>
                <a:cs typeface="Bookman Old Style"/>
                <a:sym typeface="Bookman Old Style"/>
              </a:rPr>
              <a:t>… … … … … … … </a:t>
            </a:r>
            <a:endParaRPr sz="1800" b="0" i="1" u="none" baseline="-25000">
              <a:solidFill>
                <a:srgbClr val="262626"/>
              </a:solidFill>
              <a:latin typeface="Bookman Old Style"/>
              <a:ea typeface="Bookman Old Style"/>
              <a:cs typeface="Bookman Old Style"/>
              <a:sym typeface="Bookman Old Style"/>
            </a:endParaRPr>
          </a:p>
          <a:p>
            <a:pPr marL="0" lvl="0" indent="0" algn="l" rtl="0">
              <a:lnSpc>
                <a:spcPct val="9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a:t>
            </a:r>
            <a:r>
              <a:rPr lang="en-US" sz="1800" b="0" i="1" u="none">
                <a:solidFill>
                  <a:srgbClr val="262626"/>
                </a:solidFill>
                <a:latin typeface="Bookman Old Style"/>
                <a:ea typeface="Bookman Old Style"/>
                <a:cs typeface="Bookman Old Style"/>
                <a:sym typeface="Bookman Old Style"/>
              </a:rPr>
              <a:t>d</a:t>
            </a:r>
            <a:r>
              <a:rPr lang="en-US" sz="1800" b="0" i="1" u="none" baseline="-25000">
                <a:solidFill>
                  <a:srgbClr val="262626"/>
                </a:solidFill>
                <a:latin typeface="Bookman Old Style"/>
                <a:ea typeface="Bookman Old Style"/>
                <a:cs typeface="Bookman Old Style"/>
                <a:sym typeface="Bookman Old Style"/>
              </a:rPr>
              <a:t>n</a:t>
            </a:r>
            <a:r>
              <a:rPr lang="en-US" sz="1800" b="0" i="0" u="none" baseline="-25000">
                <a:solidFill>
                  <a:srgbClr val="262626"/>
                </a:solidFill>
                <a:latin typeface="Bookman Old Style"/>
                <a:ea typeface="Bookman Old Style"/>
                <a:cs typeface="Bookman Old Style"/>
                <a:sym typeface="Bookman Old Style"/>
              </a:rPr>
              <a:t>0</a:t>
            </a:r>
            <a:r>
              <a:rPr lang="en-US" sz="1800" b="0" i="0" u="none">
                <a:solidFill>
                  <a:srgbClr val="262626"/>
                </a:solidFill>
                <a:latin typeface="Bookman Old Style"/>
                <a:ea typeface="Bookman Old Style"/>
                <a:cs typeface="Bookman Old Style"/>
                <a:sym typeface="Bookman Old Style"/>
              </a:rPr>
              <a:t>)</a:t>
            </a:r>
            <a:r>
              <a:rPr lang="en-US" sz="1800" b="0" i="0" u="none" baseline="-25000">
                <a:solidFill>
                  <a:srgbClr val="262626"/>
                </a:solidFill>
                <a:latin typeface="Bookman Old Style"/>
                <a:ea typeface="Bookman Old Style"/>
                <a:cs typeface="Bookman Old Style"/>
                <a:sym typeface="Bookman Old Style"/>
              </a:rPr>
              <a:t> </a:t>
            </a:r>
            <a:r>
              <a:rPr lang="en-US" sz="1800" b="0" i="1" u="none">
                <a:solidFill>
                  <a:srgbClr val="262626"/>
                </a:solidFill>
                <a:latin typeface="Bookman Old Style"/>
                <a:ea typeface="Bookman Old Style"/>
                <a:cs typeface="Bookman Old Style"/>
                <a:sym typeface="Bookman Old Style"/>
              </a:rPr>
              <a:t>d</a:t>
            </a:r>
            <a:r>
              <a:rPr lang="en-US" sz="1800" b="0" i="1" u="none" baseline="-25000">
                <a:solidFill>
                  <a:srgbClr val="262626"/>
                </a:solidFill>
                <a:latin typeface="Bookman Old Style"/>
                <a:ea typeface="Bookman Old Style"/>
                <a:cs typeface="Bookman Old Style"/>
                <a:sym typeface="Bookman Old Style"/>
              </a:rPr>
              <a:t>n</a:t>
            </a:r>
            <a:r>
              <a:rPr lang="en-US" sz="1800" b="0" i="0" u="none" baseline="-25000">
                <a:solidFill>
                  <a:srgbClr val="262626"/>
                </a:solidFill>
                <a:latin typeface="Bookman Old Style"/>
                <a:ea typeface="Bookman Old Style"/>
                <a:cs typeface="Bookman Old Style"/>
                <a:sym typeface="Bookman Old Style"/>
              </a:rPr>
              <a:t>1</a:t>
            </a:r>
            <a:r>
              <a:rPr lang="en-US" sz="1800" b="0" i="1" u="none">
                <a:solidFill>
                  <a:srgbClr val="262626"/>
                </a:solidFill>
                <a:latin typeface="Bookman Old Style"/>
                <a:ea typeface="Bookman Old Style"/>
                <a:cs typeface="Bookman Old Style"/>
                <a:sym typeface="Bookman Old Style"/>
              </a:rPr>
              <a:t>d</a:t>
            </a:r>
            <a:r>
              <a:rPr lang="en-US" sz="1800" b="0" i="1" u="none" baseline="-25000">
                <a:solidFill>
                  <a:srgbClr val="262626"/>
                </a:solidFill>
                <a:latin typeface="Bookman Old Style"/>
                <a:ea typeface="Bookman Old Style"/>
                <a:cs typeface="Bookman Old Style"/>
                <a:sym typeface="Bookman Old Style"/>
              </a:rPr>
              <a:t>n</a:t>
            </a:r>
            <a:r>
              <a:rPr lang="en-US" sz="1800" b="0" i="0" u="none" baseline="-25000">
                <a:solidFill>
                  <a:srgbClr val="262626"/>
                </a:solidFill>
                <a:latin typeface="Bookman Old Style"/>
                <a:ea typeface="Bookman Old Style"/>
                <a:cs typeface="Bookman Old Style"/>
                <a:sym typeface="Bookman Old Style"/>
              </a:rPr>
              <a:t>2 </a:t>
            </a:r>
            <a:r>
              <a:rPr lang="en-US" sz="1800" b="0" i="0" u="none">
                <a:solidFill>
                  <a:srgbClr val="262626"/>
                </a:solidFill>
                <a:latin typeface="Bookman Old Style"/>
                <a:ea typeface="Bookman Old Style"/>
                <a:cs typeface="Bookman Old Style"/>
                <a:sym typeface="Bookman Old Style"/>
              </a:rPr>
              <a:t>… </a:t>
            </a:r>
            <a:r>
              <a:rPr lang="en-US" sz="1800" b="0" i="1" u="none">
                <a:solidFill>
                  <a:srgbClr val="262626"/>
                </a:solidFill>
                <a:latin typeface="Bookman Old Style"/>
                <a:ea typeface="Bookman Old Style"/>
                <a:cs typeface="Bookman Old Style"/>
                <a:sym typeface="Bookman Old Style"/>
              </a:rPr>
              <a:t>d</a:t>
            </a:r>
            <a:r>
              <a:rPr lang="en-US" sz="1800" b="0" i="1" u="none" baseline="-25000">
                <a:solidFill>
                  <a:srgbClr val="262626"/>
                </a:solidFill>
                <a:latin typeface="Bookman Old Style"/>
                <a:ea typeface="Bookman Old Style"/>
                <a:cs typeface="Bookman Old Style"/>
                <a:sym typeface="Bookman Old Style"/>
              </a:rPr>
              <a:t>nn</a:t>
            </a:r>
            <a:endParaRPr/>
          </a:p>
          <a:p>
            <a:pPr marL="0" lvl="0" indent="0" algn="l" rtl="0">
              <a:lnSpc>
                <a:spcPct val="90000"/>
              </a:lnSpc>
              <a:spcBef>
                <a:spcPts val="1000"/>
              </a:spcBef>
              <a:spcAft>
                <a:spcPts val="0"/>
              </a:spcAft>
              <a:buSzPts val="1800"/>
              <a:buNone/>
            </a:pPr>
            <a:r>
              <a:rPr lang="en-US" sz="1800" b="0" i="1" u="none" baseline="-25000">
                <a:solidFill>
                  <a:srgbClr val="262626"/>
                </a:solidFill>
                <a:latin typeface="Bookman Old Style"/>
                <a:ea typeface="Bookman Old Style"/>
                <a:cs typeface="Bookman Old Style"/>
                <a:sym typeface="Bookman Old Style"/>
              </a:rPr>
              <a:t> </a:t>
            </a:r>
            <a:br>
              <a:rPr lang="en-US" sz="1800" b="0" i="1" u="none" baseline="-25000">
                <a:solidFill>
                  <a:srgbClr val="262626"/>
                </a:solidFill>
                <a:latin typeface="Bookman Old Style"/>
                <a:ea typeface="Bookman Old Style"/>
                <a:cs typeface="Bookman Old Style"/>
                <a:sym typeface="Bookman Old Style"/>
              </a:rPr>
            </a:br>
            <a:r>
              <a:rPr lang="en-US" sz="1800" b="0" i="0" u="none">
                <a:solidFill>
                  <a:srgbClr val="262626"/>
                </a:solidFill>
                <a:latin typeface="Bookman Old Style"/>
                <a:ea typeface="Bookman Old Style"/>
                <a:cs typeface="Bookman Old Style"/>
                <a:sym typeface="Bookman Old Style"/>
              </a:rPr>
              <a:t>Efficiency: </a:t>
            </a:r>
            <a:r>
              <a:rPr lang="en-US" sz="1800" b="0" i="1" u="none">
                <a:solidFill>
                  <a:srgbClr val="262626"/>
                </a:solidFill>
                <a:latin typeface="Bookman Old Style"/>
                <a:ea typeface="Bookman Old Style"/>
                <a:cs typeface="Bookman Old Style"/>
                <a:sym typeface="Bookman Old Style"/>
              </a:rPr>
              <a:t>n</a:t>
            </a:r>
            <a:r>
              <a:rPr lang="en-US" sz="1800" b="0" i="0" u="none" baseline="30000">
                <a:solidFill>
                  <a:srgbClr val="262626"/>
                </a:solidFill>
                <a:latin typeface="Bookman Old Style"/>
                <a:ea typeface="Bookman Old Style"/>
                <a:cs typeface="Bookman Old Style"/>
                <a:sym typeface="Bookman Old Style"/>
              </a:rPr>
              <a:t>2 </a:t>
            </a:r>
            <a:r>
              <a:rPr lang="en-US" sz="1800" b="0" i="0" u="none">
                <a:solidFill>
                  <a:srgbClr val="262626"/>
                </a:solidFill>
                <a:latin typeface="Bookman Old Style"/>
                <a:ea typeface="Bookman Old Style"/>
                <a:cs typeface="Bookman Old Style"/>
                <a:sym typeface="Bookman Old Style"/>
              </a:rPr>
              <a:t>one-digit multiplications</a:t>
            </a:r>
            <a:endParaRPr sz="1800" b="0" i="0" u="none" baseline="30000">
              <a:solidFill>
                <a:srgbClr val="262626"/>
              </a:solidFill>
              <a:latin typeface="Bookman Old Style"/>
              <a:ea typeface="Bookman Old Style"/>
              <a:cs typeface="Bookman Old Style"/>
              <a:sym typeface="Bookman Old Style"/>
            </a:endParaRPr>
          </a:p>
          <a:p>
            <a:pPr marL="457200" lvl="0" indent="-228600" algn="l" rtl="0">
              <a:lnSpc>
                <a:spcPct val="100000"/>
              </a:lnSpc>
              <a:spcBef>
                <a:spcPts val="1000"/>
              </a:spcBef>
              <a:spcAft>
                <a:spcPts val="0"/>
              </a:spcAft>
              <a:buSzPts val="1800"/>
              <a:buNone/>
            </a:pPr>
            <a:endParaRPr sz="1800" b="0" i="0" u="none" baseline="30000">
              <a:solidFill>
                <a:srgbClr val="262626"/>
              </a:solidFill>
              <a:latin typeface="Bookman Old Style"/>
              <a:ea typeface="Bookman Old Style"/>
              <a:cs typeface="Bookman Old Style"/>
              <a:sym typeface="Bookman Old Style"/>
            </a:endParaRPr>
          </a:p>
        </p:txBody>
      </p:sp>
      <p:sp>
        <p:nvSpPr>
          <p:cNvPr id="315" name="Google Shape;315;p21"/>
          <p:cNvSpPr/>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marR="0" lvl="0" indent="0" algn="ctr" rtl="0">
              <a:lnSpc>
                <a:spcPct val="100000"/>
              </a:lnSpc>
              <a:spcBef>
                <a:spcPts val="0"/>
              </a:spcBef>
              <a:spcAft>
                <a:spcPts val="0"/>
              </a:spcAft>
              <a:buClr>
                <a:srgbClr val="FFFFFF"/>
              </a:buClr>
              <a:buSzPts val="1100"/>
              <a:buFont typeface="Bookman Old Style"/>
              <a:buNone/>
            </a:pPr>
            <a:fld id="{00000000-1234-1234-1234-123412341234}" type="slidenum">
              <a:rPr lang="en-US" sz="1100" b="0" i="0" u="none" strike="noStrike" cap="none">
                <a:solidFill>
                  <a:srgbClr val="FFFFFF"/>
                </a:solidFill>
                <a:latin typeface="Bookman Old Style"/>
                <a:ea typeface="Bookman Old Style"/>
                <a:cs typeface="Bookman Old Style"/>
                <a:sym typeface="Bookman Old Style"/>
              </a:rPr>
              <a:t>21</a:t>
            </a:fld>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22"/>
          <p:cNvSpPr txBox="1">
            <a:spLocks noGrp="1"/>
          </p:cNvSpPr>
          <p:nvPr>
            <p:ph type="title"/>
          </p:nvPr>
        </p:nvSpPr>
        <p:spPr>
          <a:xfrm>
            <a:off x="1219200" y="762000"/>
            <a:ext cx="9525000" cy="1189037"/>
          </a:xfrm>
          <a:prstGeom prst="rect">
            <a:avLst/>
          </a:prstGeom>
          <a:solidFill>
            <a:srgbClr val="FFFFFF"/>
          </a:solidFill>
          <a:ln>
            <a:noFill/>
          </a:ln>
        </p:spPr>
        <p:txBody>
          <a:bodyPr spcFirstLastPara="1" wrap="square" lIns="182875" tIns="182875" rIns="182875" bIns="182875" anchor="ctr" anchorCtr="0">
            <a:noAutofit/>
          </a:bodyPr>
          <a:lstStyle/>
          <a:p>
            <a:pPr marL="457200" lvl="0" indent="0" algn="ctr" rtl="0">
              <a:lnSpc>
                <a:spcPct val="100000"/>
              </a:lnSpc>
              <a:spcBef>
                <a:spcPts val="0"/>
              </a:spcBef>
              <a:spcAft>
                <a:spcPts val="0"/>
              </a:spcAft>
              <a:buSzPts val="1800"/>
              <a:buNone/>
            </a:pPr>
            <a:r>
              <a:rPr lang="en-US" sz="2800" b="1" i="0" u="none">
                <a:solidFill>
                  <a:srgbClr val="262626"/>
                </a:solidFill>
                <a:latin typeface="Bookman Old Style"/>
                <a:ea typeface="Bookman Old Style"/>
                <a:cs typeface="Bookman Old Style"/>
                <a:sym typeface="Bookman Old Style"/>
              </a:rPr>
              <a:t>Example of Multiplication of Large Integers </a:t>
            </a:r>
            <a:endParaRPr/>
          </a:p>
        </p:txBody>
      </p:sp>
      <p:sp>
        <p:nvSpPr>
          <p:cNvPr id="321" name="Google Shape;321;p22"/>
          <p:cNvSpPr txBox="1">
            <a:spLocks noGrp="1"/>
          </p:cNvSpPr>
          <p:nvPr>
            <p:ph type="body" idx="1"/>
          </p:nvPr>
        </p:nvSpPr>
        <p:spPr>
          <a:xfrm>
            <a:off x="1295400" y="1981200"/>
            <a:ext cx="9601200" cy="42370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A small example: A * B where A = 2135 and B = 4014</a:t>
            </a:r>
            <a:endParaRPr/>
          </a:p>
          <a:p>
            <a:pPr marL="0" lvl="0" indent="0" algn="l" rtl="0">
              <a:lnSpc>
                <a:spcPct val="10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A = (21·10</a:t>
            </a:r>
            <a:r>
              <a:rPr lang="en-US" sz="1800" b="0" i="0" u="none" baseline="30000">
                <a:solidFill>
                  <a:srgbClr val="262626"/>
                </a:solidFill>
                <a:latin typeface="Bookman Old Style"/>
                <a:ea typeface="Bookman Old Style"/>
                <a:cs typeface="Bookman Old Style"/>
                <a:sym typeface="Bookman Old Style"/>
              </a:rPr>
              <a:t>2</a:t>
            </a:r>
            <a:r>
              <a:rPr lang="en-US" sz="1800" b="0" i="0" u="none">
                <a:solidFill>
                  <a:srgbClr val="262626"/>
                </a:solidFill>
                <a:latin typeface="Bookman Old Style"/>
                <a:ea typeface="Bookman Old Style"/>
                <a:cs typeface="Bookman Old Style"/>
                <a:sym typeface="Bookman Old Style"/>
              </a:rPr>
              <a:t> + 35),  B = (40 ·10</a:t>
            </a:r>
            <a:r>
              <a:rPr lang="en-US" sz="1800" b="0" i="0" u="none" baseline="30000">
                <a:solidFill>
                  <a:srgbClr val="262626"/>
                </a:solidFill>
                <a:latin typeface="Bookman Old Style"/>
                <a:ea typeface="Bookman Old Style"/>
                <a:cs typeface="Bookman Old Style"/>
                <a:sym typeface="Bookman Old Style"/>
              </a:rPr>
              <a:t>2</a:t>
            </a:r>
            <a:r>
              <a:rPr lang="en-US" sz="1800" b="0" i="0" u="none">
                <a:solidFill>
                  <a:srgbClr val="262626"/>
                </a:solidFill>
                <a:latin typeface="Bookman Old Style"/>
                <a:ea typeface="Bookman Old Style"/>
                <a:cs typeface="Bookman Old Style"/>
                <a:sym typeface="Bookman Old Style"/>
              </a:rPr>
              <a:t> + 14)</a:t>
            </a:r>
            <a:endParaRPr/>
          </a:p>
          <a:p>
            <a:pPr marL="0" lvl="0" indent="0" algn="l" rtl="0">
              <a:lnSpc>
                <a:spcPct val="10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So, A * B = (21 ·10</a:t>
            </a:r>
            <a:r>
              <a:rPr lang="en-US" sz="1800" b="0" i="0" u="none" baseline="30000">
                <a:solidFill>
                  <a:srgbClr val="262626"/>
                </a:solidFill>
                <a:latin typeface="Bookman Old Style"/>
                <a:ea typeface="Bookman Old Style"/>
                <a:cs typeface="Bookman Old Style"/>
                <a:sym typeface="Bookman Old Style"/>
              </a:rPr>
              <a:t>2</a:t>
            </a:r>
            <a:r>
              <a:rPr lang="en-US" sz="1800" b="0" i="0" u="none">
                <a:solidFill>
                  <a:srgbClr val="262626"/>
                </a:solidFill>
                <a:latin typeface="Bookman Old Style"/>
                <a:ea typeface="Bookman Old Style"/>
                <a:cs typeface="Bookman Old Style"/>
                <a:sym typeface="Bookman Old Style"/>
              </a:rPr>
              <a:t> + 35) * (40 ·10</a:t>
            </a:r>
            <a:r>
              <a:rPr lang="en-US" sz="1800" b="0" i="0" u="none" baseline="30000">
                <a:solidFill>
                  <a:srgbClr val="262626"/>
                </a:solidFill>
                <a:latin typeface="Bookman Old Style"/>
                <a:ea typeface="Bookman Old Style"/>
                <a:cs typeface="Bookman Old Style"/>
                <a:sym typeface="Bookman Old Style"/>
              </a:rPr>
              <a:t>2</a:t>
            </a:r>
            <a:r>
              <a:rPr lang="en-US" sz="1800" b="0" i="0" u="none">
                <a:solidFill>
                  <a:srgbClr val="262626"/>
                </a:solidFill>
                <a:latin typeface="Bookman Old Style"/>
                <a:ea typeface="Bookman Old Style"/>
                <a:cs typeface="Bookman Old Style"/>
                <a:sym typeface="Bookman Old Style"/>
              </a:rPr>
              <a:t> + 14) </a:t>
            </a:r>
            <a:endParaRPr/>
          </a:p>
          <a:p>
            <a:pPr marL="0" lvl="0" indent="0" algn="l" rtl="0">
              <a:lnSpc>
                <a:spcPct val="10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      = 21 * 40 ·10</a:t>
            </a:r>
            <a:r>
              <a:rPr lang="en-US" sz="1800" b="0" i="0" u="none" baseline="30000">
                <a:solidFill>
                  <a:srgbClr val="262626"/>
                </a:solidFill>
                <a:latin typeface="Bookman Old Style"/>
                <a:ea typeface="Bookman Old Style"/>
                <a:cs typeface="Bookman Old Style"/>
                <a:sym typeface="Bookman Old Style"/>
              </a:rPr>
              <a:t>4  </a:t>
            </a:r>
            <a:r>
              <a:rPr lang="en-US" sz="1800" b="0" i="0" u="none">
                <a:solidFill>
                  <a:srgbClr val="262626"/>
                </a:solidFill>
                <a:latin typeface="Bookman Old Style"/>
                <a:ea typeface="Bookman Old Style"/>
                <a:cs typeface="Bookman Old Style"/>
                <a:sym typeface="Bookman Old Style"/>
              </a:rPr>
              <a:t>+ (21 * 14 + 35 * 40) ·10</a:t>
            </a:r>
            <a:r>
              <a:rPr lang="en-US" sz="1800" b="0" i="0" u="none" baseline="30000">
                <a:solidFill>
                  <a:srgbClr val="262626"/>
                </a:solidFill>
                <a:latin typeface="Bookman Old Style"/>
                <a:ea typeface="Bookman Old Style"/>
                <a:cs typeface="Bookman Old Style"/>
                <a:sym typeface="Bookman Old Style"/>
              </a:rPr>
              <a:t>2</a:t>
            </a:r>
            <a:r>
              <a:rPr lang="en-US" sz="1800" b="0" i="0" u="none">
                <a:solidFill>
                  <a:srgbClr val="262626"/>
                </a:solidFill>
                <a:latin typeface="Bookman Old Style"/>
                <a:ea typeface="Bookman Old Style"/>
                <a:cs typeface="Bookman Old Style"/>
                <a:sym typeface="Bookman Old Style"/>
              </a:rPr>
              <a:t> + 35 * 14</a:t>
            </a:r>
            <a:endParaRPr/>
          </a:p>
          <a:p>
            <a:pPr marL="0" lvl="0" indent="0" algn="l" rtl="0">
              <a:lnSpc>
                <a:spcPct val="10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In general, if A = A</a:t>
            </a:r>
            <a:r>
              <a:rPr lang="en-US" sz="1800" b="0" i="0" u="none" baseline="-25000">
                <a:solidFill>
                  <a:srgbClr val="262626"/>
                </a:solidFill>
                <a:latin typeface="Bookman Old Style"/>
                <a:ea typeface="Bookman Old Style"/>
                <a:cs typeface="Bookman Old Style"/>
                <a:sym typeface="Bookman Old Style"/>
              </a:rPr>
              <a:t>1</a:t>
            </a:r>
            <a:r>
              <a:rPr lang="en-US" sz="1800" b="0" i="0" u="none">
                <a:solidFill>
                  <a:srgbClr val="262626"/>
                </a:solidFill>
                <a:latin typeface="Bookman Old Style"/>
                <a:ea typeface="Bookman Old Style"/>
                <a:cs typeface="Bookman Old Style"/>
                <a:sym typeface="Bookman Old Style"/>
              </a:rPr>
              <a:t>A</a:t>
            </a:r>
            <a:r>
              <a:rPr lang="en-US" sz="1800" b="0" i="0" u="none" baseline="-25000">
                <a:solidFill>
                  <a:srgbClr val="262626"/>
                </a:solidFill>
                <a:latin typeface="Bookman Old Style"/>
                <a:ea typeface="Bookman Old Style"/>
                <a:cs typeface="Bookman Old Style"/>
                <a:sym typeface="Bookman Old Style"/>
              </a:rPr>
              <a:t>2 </a:t>
            </a:r>
            <a:r>
              <a:rPr lang="en-US" sz="1800" b="0" i="0" u="none">
                <a:solidFill>
                  <a:srgbClr val="262626"/>
                </a:solidFill>
                <a:latin typeface="Bookman Old Style"/>
                <a:ea typeface="Bookman Old Style"/>
                <a:cs typeface="Bookman Old Style"/>
                <a:sym typeface="Bookman Old Style"/>
              </a:rPr>
              <a:t>and B = B</a:t>
            </a:r>
            <a:r>
              <a:rPr lang="en-US" sz="1800" b="0" i="0" u="none" baseline="-25000">
                <a:solidFill>
                  <a:srgbClr val="262626"/>
                </a:solidFill>
                <a:latin typeface="Bookman Old Style"/>
                <a:ea typeface="Bookman Old Style"/>
                <a:cs typeface="Bookman Old Style"/>
                <a:sym typeface="Bookman Old Style"/>
              </a:rPr>
              <a:t>1</a:t>
            </a:r>
            <a:r>
              <a:rPr lang="en-US" sz="1800" b="0" i="0" u="none">
                <a:solidFill>
                  <a:srgbClr val="262626"/>
                </a:solidFill>
                <a:latin typeface="Bookman Old Style"/>
                <a:ea typeface="Bookman Old Style"/>
                <a:cs typeface="Bookman Old Style"/>
                <a:sym typeface="Bookman Old Style"/>
              </a:rPr>
              <a:t>B</a:t>
            </a:r>
            <a:r>
              <a:rPr lang="en-US" sz="1800" b="0" i="0" u="none" baseline="-25000">
                <a:solidFill>
                  <a:srgbClr val="262626"/>
                </a:solidFill>
                <a:latin typeface="Bookman Old Style"/>
                <a:ea typeface="Bookman Old Style"/>
                <a:cs typeface="Bookman Old Style"/>
                <a:sym typeface="Bookman Old Style"/>
              </a:rPr>
              <a:t>2   </a:t>
            </a:r>
            <a:r>
              <a:rPr lang="en-US" sz="1800" b="0" i="0" u="none">
                <a:solidFill>
                  <a:srgbClr val="262626"/>
                </a:solidFill>
                <a:latin typeface="Bookman Old Style"/>
                <a:ea typeface="Bookman Old Style"/>
                <a:cs typeface="Bookman Old Style"/>
                <a:sym typeface="Bookman Old Style"/>
              </a:rPr>
              <a:t>(where A and B are </a:t>
            </a:r>
            <a:r>
              <a:rPr lang="en-US" sz="1800" b="0" i="1" u="none">
                <a:solidFill>
                  <a:srgbClr val="262626"/>
                </a:solidFill>
                <a:latin typeface="Bookman Old Style"/>
                <a:ea typeface="Bookman Old Style"/>
                <a:cs typeface="Bookman Old Style"/>
                <a:sym typeface="Bookman Old Style"/>
              </a:rPr>
              <a:t>n</a:t>
            </a:r>
            <a:r>
              <a:rPr lang="en-US" sz="1800" b="0" i="0" u="none">
                <a:solidFill>
                  <a:srgbClr val="262626"/>
                </a:solidFill>
                <a:latin typeface="Bookman Old Style"/>
                <a:ea typeface="Bookman Old Style"/>
                <a:cs typeface="Bookman Old Style"/>
                <a:sym typeface="Bookman Old Style"/>
              </a:rPr>
              <a:t>-digit, </a:t>
            </a:r>
            <a:endParaRPr/>
          </a:p>
          <a:p>
            <a:pPr marL="0" lvl="0" indent="0" algn="l" rtl="0">
              <a:lnSpc>
                <a:spcPct val="10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                     and A</a:t>
            </a:r>
            <a:r>
              <a:rPr lang="en-US" sz="1800" b="0" i="0" u="none" baseline="-25000">
                <a:solidFill>
                  <a:srgbClr val="262626"/>
                </a:solidFill>
                <a:latin typeface="Bookman Old Style"/>
                <a:ea typeface="Bookman Old Style"/>
                <a:cs typeface="Bookman Old Style"/>
                <a:sym typeface="Bookman Old Style"/>
              </a:rPr>
              <a:t>1</a:t>
            </a:r>
            <a:r>
              <a:rPr lang="en-US" sz="1800" b="0" i="0" u="none">
                <a:solidFill>
                  <a:srgbClr val="262626"/>
                </a:solidFill>
                <a:latin typeface="Bookman Old Style"/>
                <a:ea typeface="Bookman Old Style"/>
                <a:cs typeface="Bookman Old Style"/>
                <a:sym typeface="Bookman Old Style"/>
              </a:rPr>
              <a:t>, A</a:t>
            </a:r>
            <a:r>
              <a:rPr lang="en-US" sz="1800" b="0" i="0" u="none" baseline="-25000">
                <a:solidFill>
                  <a:srgbClr val="262626"/>
                </a:solidFill>
                <a:latin typeface="Bookman Old Style"/>
                <a:ea typeface="Bookman Old Style"/>
                <a:cs typeface="Bookman Old Style"/>
                <a:sym typeface="Bookman Old Style"/>
              </a:rPr>
              <a:t>2</a:t>
            </a:r>
            <a:r>
              <a:rPr lang="en-US" sz="1800" b="0" i="0" u="none">
                <a:solidFill>
                  <a:srgbClr val="262626"/>
                </a:solidFill>
                <a:latin typeface="Bookman Old Style"/>
                <a:ea typeface="Bookman Old Style"/>
                <a:cs typeface="Bookman Old Style"/>
                <a:sym typeface="Bookman Old Style"/>
              </a:rPr>
              <a:t>, B</a:t>
            </a:r>
            <a:r>
              <a:rPr lang="en-US" sz="1800" b="0" i="0" u="none" baseline="-25000">
                <a:solidFill>
                  <a:srgbClr val="262626"/>
                </a:solidFill>
                <a:latin typeface="Bookman Old Style"/>
                <a:ea typeface="Bookman Old Style"/>
                <a:cs typeface="Bookman Old Style"/>
                <a:sym typeface="Bookman Old Style"/>
              </a:rPr>
              <a:t>1</a:t>
            </a:r>
            <a:r>
              <a:rPr lang="en-US" sz="1800" b="0" i="0" u="none">
                <a:solidFill>
                  <a:srgbClr val="262626"/>
                </a:solidFill>
                <a:latin typeface="Bookman Old Style"/>
                <a:ea typeface="Bookman Old Style"/>
                <a:cs typeface="Bookman Old Style"/>
                <a:sym typeface="Bookman Old Style"/>
              </a:rPr>
              <a:t>,</a:t>
            </a:r>
            <a:r>
              <a:rPr lang="en-US" sz="1800" b="0" i="0" u="none" baseline="-25000">
                <a:solidFill>
                  <a:srgbClr val="262626"/>
                </a:solidFill>
                <a:latin typeface="Bookman Old Style"/>
                <a:ea typeface="Bookman Old Style"/>
                <a:cs typeface="Bookman Old Style"/>
                <a:sym typeface="Bookman Old Style"/>
              </a:rPr>
              <a:t> </a:t>
            </a:r>
            <a:r>
              <a:rPr lang="en-US" sz="1800" b="0" i="0" u="none">
                <a:solidFill>
                  <a:srgbClr val="262626"/>
                </a:solidFill>
                <a:latin typeface="Bookman Old Style"/>
                <a:ea typeface="Bookman Old Style"/>
                <a:cs typeface="Bookman Old Style"/>
                <a:sym typeface="Bookman Old Style"/>
              </a:rPr>
              <a:t>B</a:t>
            </a:r>
            <a:r>
              <a:rPr lang="en-US" sz="1800" b="0" i="0" u="none" baseline="-25000">
                <a:solidFill>
                  <a:srgbClr val="262626"/>
                </a:solidFill>
                <a:latin typeface="Bookman Old Style"/>
                <a:ea typeface="Bookman Old Style"/>
                <a:cs typeface="Bookman Old Style"/>
                <a:sym typeface="Bookman Old Style"/>
              </a:rPr>
              <a:t>2 </a:t>
            </a:r>
            <a:r>
              <a:rPr lang="en-US" sz="1800" b="0" i="0" u="none">
                <a:solidFill>
                  <a:srgbClr val="262626"/>
                </a:solidFill>
                <a:latin typeface="Bookman Old Style"/>
                <a:ea typeface="Bookman Old Style"/>
                <a:cs typeface="Bookman Old Style"/>
                <a:sym typeface="Bookman Old Style"/>
              </a:rPr>
              <a:t>are </a:t>
            </a:r>
            <a:r>
              <a:rPr lang="en-US" sz="1800" b="0" i="1" u="none">
                <a:solidFill>
                  <a:srgbClr val="262626"/>
                </a:solidFill>
                <a:latin typeface="Bookman Old Style"/>
                <a:ea typeface="Bookman Old Style"/>
                <a:cs typeface="Bookman Old Style"/>
                <a:sym typeface="Bookman Old Style"/>
              </a:rPr>
              <a:t>n / </a:t>
            </a:r>
            <a:r>
              <a:rPr lang="en-US" sz="1800" b="0" i="0" u="none">
                <a:solidFill>
                  <a:srgbClr val="262626"/>
                </a:solidFill>
                <a:latin typeface="Bookman Old Style"/>
                <a:ea typeface="Bookman Old Style"/>
                <a:cs typeface="Bookman Old Style"/>
                <a:sym typeface="Bookman Old Style"/>
              </a:rPr>
              <a:t>2-digit numbers),</a:t>
            </a:r>
            <a:endParaRPr/>
          </a:p>
          <a:p>
            <a:pPr marL="0" lvl="0" indent="0" algn="l" rtl="0">
              <a:lnSpc>
                <a:spcPct val="10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A * B = A</a:t>
            </a:r>
            <a:r>
              <a:rPr lang="en-US" sz="1800" b="0" i="0" u="none" baseline="-25000">
                <a:solidFill>
                  <a:srgbClr val="262626"/>
                </a:solidFill>
                <a:latin typeface="Bookman Old Style"/>
                <a:ea typeface="Bookman Old Style"/>
                <a:cs typeface="Bookman Old Style"/>
                <a:sym typeface="Bookman Old Style"/>
              </a:rPr>
              <a:t>1 </a:t>
            </a:r>
            <a:r>
              <a:rPr lang="en-US" sz="1800" b="0" i="0" u="none">
                <a:solidFill>
                  <a:srgbClr val="262626"/>
                </a:solidFill>
                <a:latin typeface="Bookman Old Style"/>
                <a:ea typeface="Bookman Old Style"/>
                <a:cs typeface="Bookman Old Style"/>
                <a:sym typeface="Bookman Old Style"/>
              </a:rPr>
              <a:t>* B</a:t>
            </a:r>
            <a:r>
              <a:rPr lang="en-US" sz="1800" b="0" i="0" u="none" baseline="-25000">
                <a:solidFill>
                  <a:srgbClr val="262626"/>
                </a:solidFill>
                <a:latin typeface="Bookman Old Style"/>
                <a:ea typeface="Bookman Old Style"/>
                <a:cs typeface="Bookman Old Style"/>
                <a:sym typeface="Bookman Old Style"/>
              </a:rPr>
              <a:t>1</a:t>
            </a:r>
            <a:r>
              <a:rPr lang="en-US" sz="1800" b="0" i="0" u="none">
                <a:solidFill>
                  <a:srgbClr val="262626"/>
                </a:solidFill>
                <a:latin typeface="Bookman Old Style"/>
                <a:ea typeface="Bookman Old Style"/>
                <a:cs typeface="Bookman Old Style"/>
                <a:sym typeface="Bookman Old Style"/>
              </a:rPr>
              <a:t>·10</a:t>
            </a:r>
            <a:r>
              <a:rPr lang="en-US" sz="1800" b="0" i="1" u="none" baseline="30000">
                <a:solidFill>
                  <a:srgbClr val="262626"/>
                </a:solidFill>
                <a:latin typeface="Bookman Old Style"/>
                <a:ea typeface="Bookman Old Style"/>
                <a:cs typeface="Bookman Old Style"/>
                <a:sym typeface="Bookman Old Style"/>
              </a:rPr>
              <a:t>n</a:t>
            </a:r>
            <a:r>
              <a:rPr lang="en-US" sz="1800" b="0" i="0" u="none" baseline="30000">
                <a:solidFill>
                  <a:srgbClr val="262626"/>
                </a:solidFill>
                <a:latin typeface="Bookman Old Style"/>
                <a:ea typeface="Bookman Old Style"/>
                <a:cs typeface="Bookman Old Style"/>
                <a:sym typeface="Bookman Old Style"/>
              </a:rPr>
              <a:t>  </a:t>
            </a:r>
            <a:r>
              <a:rPr lang="en-US" sz="1800" b="0" i="0" u="none">
                <a:solidFill>
                  <a:srgbClr val="262626"/>
                </a:solidFill>
                <a:latin typeface="Bookman Old Style"/>
                <a:ea typeface="Bookman Old Style"/>
                <a:cs typeface="Bookman Old Style"/>
                <a:sym typeface="Bookman Old Style"/>
              </a:rPr>
              <a:t>+ (A</a:t>
            </a:r>
            <a:r>
              <a:rPr lang="en-US" sz="1800" b="0" i="0" u="none" baseline="-25000">
                <a:solidFill>
                  <a:srgbClr val="262626"/>
                </a:solidFill>
                <a:latin typeface="Bookman Old Style"/>
                <a:ea typeface="Bookman Old Style"/>
                <a:cs typeface="Bookman Old Style"/>
                <a:sym typeface="Bookman Old Style"/>
              </a:rPr>
              <a:t>1 </a:t>
            </a:r>
            <a:r>
              <a:rPr lang="en-US" sz="1800" b="0" i="0" u="none">
                <a:solidFill>
                  <a:srgbClr val="262626"/>
                </a:solidFill>
                <a:latin typeface="Bookman Old Style"/>
                <a:ea typeface="Bookman Old Style"/>
                <a:cs typeface="Bookman Old Style"/>
                <a:sym typeface="Bookman Old Style"/>
              </a:rPr>
              <a:t>* B</a:t>
            </a:r>
            <a:r>
              <a:rPr lang="en-US" sz="1800" b="0" i="0" u="none" baseline="-25000">
                <a:solidFill>
                  <a:srgbClr val="262626"/>
                </a:solidFill>
                <a:latin typeface="Bookman Old Style"/>
                <a:ea typeface="Bookman Old Style"/>
                <a:cs typeface="Bookman Old Style"/>
                <a:sym typeface="Bookman Old Style"/>
              </a:rPr>
              <a:t>2 </a:t>
            </a:r>
            <a:r>
              <a:rPr lang="en-US" sz="1800" b="0" i="0" u="none">
                <a:solidFill>
                  <a:srgbClr val="262626"/>
                </a:solidFill>
                <a:latin typeface="Bookman Old Style"/>
                <a:ea typeface="Bookman Old Style"/>
                <a:cs typeface="Bookman Old Style"/>
                <a:sym typeface="Bookman Old Style"/>
              </a:rPr>
              <a:t>+ A</a:t>
            </a:r>
            <a:r>
              <a:rPr lang="en-US" sz="1800" b="0" i="0" u="none" baseline="-25000">
                <a:solidFill>
                  <a:srgbClr val="262626"/>
                </a:solidFill>
                <a:latin typeface="Bookman Old Style"/>
                <a:ea typeface="Bookman Old Style"/>
                <a:cs typeface="Bookman Old Style"/>
                <a:sym typeface="Bookman Old Style"/>
              </a:rPr>
              <a:t>2 </a:t>
            </a:r>
            <a:r>
              <a:rPr lang="en-US" sz="1800" b="0" i="0" u="none">
                <a:solidFill>
                  <a:srgbClr val="262626"/>
                </a:solidFill>
                <a:latin typeface="Bookman Old Style"/>
                <a:ea typeface="Bookman Old Style"/>
                <a:cs typeface="Bookman Old Style"/>
                <a:sym typeface="Bookman Old Style"/>
              </a:rPr>
              <a:t>* B</a:t>
            </a:r>
            <a:r>
              <a:rPr lang="en-US" sz="1800" b="0" i="0" u="none" baseline="-25000">
                <a:solidFill>
                  <a:srgbClr val="262626"/>
                </a:solidFill>
                <a:latin typeface="Bookman Old Style"/>
                <a:ea typeface="Bookman Old Style"/>
                <a:cs typeface="Bookman Old Style"/>
                <a:sym typeface="Bookman Old Style"/>
              </a:rPr>
              <a:t>1</a:t>
            </a:r>
            <a:r>
              <a:rPr lang="en-US" sz="1800" b="0" i="0" u="none">
                <a:solidFill>
                  <a:srgbClr val="262626"/>
                </a:solidFill>
                <a:latin typeface="Bookman Old Style"/>
                <a:ea typeface="Bookman Old Style"/>
                <a:cs typeface="Bookman Old Style"/>
                <a:sym typeface="Bookman Old Style"/>
              </a:rPr>
              <a:t>) ·10</a:t>
            </a:r>
            <a:r>
              <a:rPr lang="en-US" sz="1800" b="0" i="1" u="none" baseline="30000">
                <a:solidFill>
                  <a:srgbClr val="262626"/>
                </a:solidFill>
                <a:latin typeface="Bookman Old Style"/>
                <a:ea typeface="Bookman Old Style"/>
                <a:cs typeface="Bookman Old Style"/>
                <a:sym typeface="Bookman Old Style"/>
              </a:rPr>
              <a:t>n/</a:t>
            </a:r>
            <a:r>
              <a:rPr lang="en-US" sz="1800" b="0" i="0" u="none" baseline="30000">
                <a:solidFill>
                  <a:srgbClr val="262626"/>
                </a:solidFill>
                <a:latin typeface="Bookman Old Style"/>
                <a:ea typeface="Bookman Old Style"/>
                <a:cs typeface="Bookman Old Style"/>
                <a:sym typeface="Bookman Old Style"/>
              </a:rPr>
              <a:t>2 </a:t>
            </a:r>
            <a:r>
              <a:rPr lang="en-US" sz="1800" b="0" i="0" u="none">
                <a:solidFill>
                  <a:srgbClr val="262626"/>
                </a:solidFill>
                <a:latin typeface="Bookman Old Style"/>
                <a:ea typeface="Bookman Old Style"/>
                <a:cs typeface="Bookman Old Style"/>
                <a:sym typeface="Bookman Old Style"/>
              </a:rPr>
              <a:t>+ A</a:t>
            </a:r>
            <a:r>
              <a:rPr lang="en-US" sz="1800" b="0" i="0" u="none" baseline="-25000">
                <a:solidFill>
                  <a:srgbClr val="262626"/>
                </a:solidFill>
                <a:latin typeface="Bookman Old Style"/>
                <a:ea typeface="Bookman Old Style"/>
                <a:cs typeface="Bookman Old Style"/>
                <a:sym typeface="Bookman Old Style"/>
              </a:rPr>
              <a:t>2 </a:t>
            </a:r>
            <a:r>
              <a:rPr lang="en-US" sz="1800" b="0" i="0" u="none">
                <a:solidFill>
                  <a:srgbClr val="262626"/>
                </a:solidFill>
                <a:latin typeface="Bookman Old Style"/>
                <a:ea typeface="Bookman Old Style"/>
                <a:cs typeface="Bookman Old Style"/>
                <a:sym typeface="Bookman Old Style"/>
              </a:rPr>
              <a:t>* B</a:t>
            </a:r>
            <a:r>
              <a:rPr lang="en-US" sz="1800" b="0" i="0" u="none" baseline="-25000">
                <a:solidFill>
                  <a:srgbClr val="262626"/>
                </a:solidFill>
                <a:latin typeface="Bookman Old Style"/>
                <a:ea typeface="Bookman Old Style"/>
                <a:cs typeface="Bookman Old Style"/>
                <a:sym typeface="Bookman Old Style"/>
              </a:rPr>
              <a:t>2</a:t>
            </a:r>
            <a:br>
              <a:rPr lang="en-US" sz="1800" b="0" i="0" u="none" baseline="-25000">
                <a:solidFill>
                  <a:srgbClr val="262626"/>
                </a:solidFill>
                <a:latin typeface="Bookman Old Style"/>
                <a:ea typeface="Bookman Old Style"/>
                <a:cs typeface="Bookman Old Style"/>
                <a:sym typeface="Bookman Old Style"/>
              </a:rPr>
            </a:br>
            <a:endParaRPr/>
          </a:p>
          <a:p>
            <a:pPr marL="0" lvl="0" indent="0" algn="l" rtl="0">
              <a:lnSpc>
                <a:spcPct val="10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Recurrence for the number of one-digit multiplications M(</a:t>
            </a:r>
            <a:r>
              <a:rPr lang="en-US" sz="1800" b="0" i="1" u="none">
                <a:solidFill>
                  <a:srgbClr val="262626"/>
                </a:solidFill>
                <a:latin typeface="Bookman Old Style"/>
                <a:ea typeface="Bookman Old Style"/>
                <a:cs typeface="Bookman Old Style"/>
                <a:sym typeface="Bookman Old Style"/>
              </a:rPr>
              <a:t>n</a:t>
            </a:r>
            <a:r>
              <a:rPr lang="en-US" sz="1800" b="0" i="0" u="none">
                <a:solidFill>
                  <a:srgbClr val="262626"/>
                </a:solidFill>
                <a:latin typeface="Bookman Old Style"/>
                <a:ea typeface="Bookman Old Style"/>
                <a:cs typeface="Bookman Old Style"/>
                <a:sym typeface="Bookman Old Style"/>
              </a:rPr>
              <a:t>): </a:t>
            </a:r>
            <a:endParaRPr/>
          </a:p>
          <a:p>
            <a:pPr marL="0" lvl="0" indent="0" algn="l" rtl="0">
              <a:lnSpc>
                <a:spcPct val="100000"/>
              </a:lnSpc>
              <a:spcBef>
                <a:spcPts val="1000"/>
              </a:spcBef>
              <a:spcAft>
                <a:spcPts val="0"/>
              </a:spcAft>
              <a:buSzPts val="1800"/>
              <a:buNone/>
            </a:pPr>
            <a:r>
              <a:rPr lang="en-US" sz="1800" b="0" i="1" u="none">
                <a:solidFill>
                  <a:srgbClr val="262626"/>
                </a:solidFill>
                <a:latin typeface="Bookman Old Style"/>
                <a:ea typeface="Bookman Old Style"/>
                <a:cs typeface="Bookman Old Style"/>
                <a:sym typeface="Bookman Old Style"/>
              </a:rPr>
              <a:t>                             </a:t>
            </a:r>
            <a:r>
              <a:rPr lang="en-US" sz="1800" b="0" i="0" u="none">
                <a:solidFill>
                  <a:srgbClr val="262626"/>
                </a:solidFill>
                <a:latin typeface="Bookman Old Style"/>
                <a:ea typeface="Bookman Old Style"/>
                <a:cs typeface="Bookman Old Style"/>
                <a:sym typeface="Bookman Old Style"/>
              </a:rPr>
              <a:t>M(</a:t>
            </a:r>
            <a:r>
              <a:rPr lang="en-US" sz="1800" b="0" i="1" u="none">
                <a:solidFill>
                  <a:srgbClr val="262626"/>
                </a:solidFill>
                <a:latin typeface="Bookman Old Style"/>
                <a:ea typeface="Bookman Old Style"/>
                <a:cs typeface="Bookman Old Style"/>
                <a:sym typeface="Bookman Old Style"/>
              </a:rPr>
              <a:t>n</a:t>
            </a:r>
            <a:r>
              <a:rPr lang="en-US" sz="1800" b="0" i="0" u="none">
                <a:solidFill>
                  <a:srgbClr val="262626"/>
                </a:solidFill>
                <a:latin typeface="Bookman Old Style"/>
                <a:ea typeface="Bookman Old Style"/>
                <a:cs typeface="Bookman Old Style"/>
                <a:sym typeface="Bookman Old Style"/>
              </a:rPr>
              <a:t>) = 4M(</a:t>
            </a:r>
            <a:r>
              <a:rPr lang="en-US" sz="1800" b="0" i="1" u="none">
                <a:solidFill>
                  <a:srgbClr val="262626"/>
                </a:solidFill>
                <a:latin typeface="Bookman Old Style"/>
                <a:ea typeface="Bookman Old Style"/>
                <a:cs typeface="Bookman Old Style"/>
                <a:sym typeface="Bookman Old Style"/>
              </a:rPr>
              <a:t>n</a:t>
            </a:r>
            <a:r>
              <a:rPr lang="en-US" sz="1800" b="0" i="0" u="none">
                <a:solidFill>
                  <a:srgbClr val="262626"/>
                </a:solidFill>
                <a:latin typeface="Bookman Old Style"/>
                <a:ea typeface="Bookman Old Style"/>
                <a:cs typeface="Bookman Old Style"/>
                <a:sym typeface="Bookman Old Style"/>
              </a:rPr>
              <a:t>/2),   M(1) = 1</a:t>
            </a:r>
            <a:br>
              <a:rPr lang="en-US" sz="1800" b="0" i="0" u="none">
                <a:solidFill>
                  <a:srgbClr val="262626"/>
                </a:solidFill>
                <a:latin typeface="Bookman Old Style"/>
                <a:ea typeface="Bookman Old Style"/>
                <a:cs typeface="Bookman Old Style"/>
                <a:sym typeface="Bookman Old Style"/>
              </a:rPr>
            </a:br>
            <a:r>
              <a:rPr lang="en-US" sz="1800" b="0" i="0" u="none">
                <a:solidFill>
                  <a:srgbClr val="262626"/>
                </a:solidFill>
                <a:latin typeface="Bookman Old Style"/>
                <a:ea typeface="Bookman Old Style"/>
                <a:cs typeface="Bookman Old Style"/>
                <a:sym typeface="Bookman Old Style"/>
              </a:rPr>
              <a:t>Solution: M(</a:t>
            </a:r>
            <a:r>
              <a:rPr lang="en-US" sz="1800" b="0" i="1" u="none">
                <a:solidFill>
                  <a:srgbClr val="262626"/>
                </a:solidFill>
                <a:latin typeface="Bookman Old Style"/>
                <a:ea typeface="Bookman Old Style"/>
                <a:cs typeface="Bookman Old Style"/>
                <a:sym typeface="Bookman Old Style"/>
              </a:rPr>
              <a:t>n</a:t>
            </a:r>
            <a:r>
              <a:rPr lang="en-US" sz="1800" b="0" i="0" u="none">
                <a:solidFill>
                  <a:srgbClr val="262626"/>
                </a:solidFill>
                <a:latin typeface="Bookman Old Style"/>
                <a:ea typeface="Bookman Old Style"/>
                <a:cs typeface="Bookman Old Style"/>
                <a:sym typeface="Bookman Old Style"/>
              </a:rPr>
              <a:t>) = </a:t>
            </a:r>
            <a:r>
              <a:rPr lang="en-US" sz="1800" b="0" i="1" u="none">
                <a:solidFill>
                  <a:srgbClr val="262626"/>
                </a:solidFill>
                <a:latin typeface="Bookman Old Style"/>
                <a:ea typeface="Bookman Old Style"/>
                <a:cs typeface="Bookman Old Style"/>
                <a:sym typeface="Bookman Old Style"/>
              </a:rPr>
              <a:t>n</a:t>
            </a:r>
            <a:r>
              <a:rPr lang="en-US" sz="1800" b="0" i="0" u="none" baseline="30000">
                <a:solidFill>
                  <a:srgbClr val="262626"/>
                </a:solidFill>
                <a:latin typeface="Bookman Old Style"/>
                <a:ea typeface="Bookman Old Style"/>
                <a:cs typeface="Bookman Old Style"/>
                <a:sym typeface="Bookman Old Style"/>
              </a:rPr>
              <a:t>2 </a:t>
            </a:r>
            <a:endParaRPr/>
          </a:p>
          <a:p>
            <a:pPr marL="457200" lvl="0" indent="-228600" algn="l" rtl="0">
              <a:lnSpc>
                <a:spcPct val="100000"/>
              </a:lnSpc>
              <a:spcBef>
                <a:spcPts val="1000"/>
              </a:spcBef>
              <a:spcAft>
                <a:spcPts val="0"/>
              </a:spcAft>
              <a:buSzPts val="1800"/>
              <a:buNone/>
            </a:pPr>
            <a:endParaRPr sz="1800" b="0" i="0" u="none" baseline="30000">
              <a:solidFill>
                <a:srgbClr val="262626"/>
              </a:solidFill>
              <a:latin typeface="Bookman Old Style"/>
              <a:ea typeface="Bookman Old Style"/>
              <a:cs typeface="Bookman Old Style"/>
              <a:sym typeface="Bookman Old Style"/>
            </a:endParaRPr>
          </a:p>
        </p:txBody>
      </p:sp>
      <p:sp>
        <p:nvSpPr>
          <p:cNvPr id="322" name="Google Shape;322;p22"/>
          <p:cNvSpPr/>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marR="0" lvl="0" indent="0" algn="ctr" rtl="0">
              <a:lnSpc>
                <a:spcPct val="100000"/>
              </a:lnSpc>
              <a:spcBef>
                <a:spcPts val="0"/>
              </a:spcBef>
              <a:spcAft>
                <a:spcPts val="0"/>
              </a:spcAft>
              <a:buClr>
                <a:srgbClr val="FFFFFF"/>
              </a:buClr>
              <a:buSzPts val="1100"/>
              <a:buFont typeface="Bookman Old Style"/>
              <a:buNone/>
            </a:pPr>
            <a:fld id="{00000000-1234-1234-1234-123412341234}" type="slidenum">
              <a:rPr lang="en-US" sz="1100" b="0" i="0" u="none" strike="noStrike" cap="none">
                <a:solidFill>
                  <a:srgbClr val="FFFFFF"/>
                </a:solidFill>
                <a:latin typeface="Bookman Old Style"/>
                <a:ea typeface="Bookman Old Style"/>
                <a:cs typeface="Bookman Old Style"/>
                <a:sym typeface="Bookman Old Style"/>
              </a:rPr>
              <a:t>22</a:t>
            </a:fld>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23"/>
          <p:cNvSpPr txBox="1">
            <a:spLocks noGrp="1"/>
          </p:cNvSpPr>
          <p:nvPr>
            <p:ph type="title"/>
          </p:nvPr>
        </p:nvSpPr>
        <p:spPr>
          <a:xfrm>
            <a:off x="1219200" y="762000"/>
            <a:ext cx="9525000" cy="1189037"/>
          </a:xfrm>
          <a:prstGeom prst="rect">
            <a:avLst/>
          </a:prstGeom>
          <a:solidFill>
            <a:srgbClr val="FFFFFF"/>
          </a:solidFill>
          <a:ln>
            <a:noFill/>
          </a:ln>
        </p:spPr>
        <p:txBody>
          <a:bodyPr spcFirstLastPara="1" wrap="square" lIns="182875" tIns="182875" rIns="182875" bIns="182875" anchor="ctr" anchorCtr="0">
            <a:noAutofit/>
          </a:bodyPr>
          <a:lstStyle/>
          <a:p>
            <a:pPr marL="457200" lvl="0" indent="0" algn="ctr" rtl="0">
              <a:lnSpc>
                <a:spcPct val="100000"/>
              </a:lnSpc>
              <a:spcBef>
                <a:spcPts val="0"/>
              </a:spcBef>
              <a:spcAft>
                <a:spcPts val="0"/>
              </a:spcAft>
              <a:buSzPts val="1800"/>
              <a:buNone/>
            </a:pPr>
            <a:r>
              <a:rPr lang="en-US" sz="2800" b="1" i="0" u="none">
                <a:solidFill>
                  <a:srgbClr val="262626"/>
                </a:solidFill>
                <a:latin typeface="Bookman Old Style"/>
                <a:ea typeface="Bookman Old Style"/>
                <a:cs typeface="Bookman Old Style"/>
                <a:sym typeface="Bookman Old Style"/>
              </a:rPr>
              <a:t>Second Divide-and-Conquer Algorithm</a:t>
            </a:r>
            <a:endParaRPr/>
          </a:p>
        </p:txBody>
      </p:sp>
      <p:sp>
        <p:nvSpPr>
          <p:cNvPr id="328" name="Google Shape;328;p23"/>
          <p:cNvSpPr txBox="1">
            <a:spLocks noGrp="1"/>
          </p:cNvSpPr>
          <p:nvPr>
            <p:ph type="body" idx="1"/>
          </p:nvPr>
        </p:nvSpPr>
        <p:spPr>
          <a:xfrm>
            <a:off x="1295400" y="1981200"/>
            <a:ext cx="9601200" cy="42370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A * B = </a:t>
            </a:r>
            <a:r>
              <a:rPr lang="en-US" sz="1800" b="0" i="0" u="none">
                <a:solidFill>
                  <a:srgbClr val="7030A0"/>
                </a:solidFill>
                <a:latin typeface="Bookman Old Style"/>
                <a:ea typeface="Bookman Old Style"/>
                <a:cs typeface="Bookman Old Style"/>
                <a:sym typeface="Bookman Old Style"/>
              </a:rPr>
              <a:t>A</a:t>
            </a:r>
            <a:r>
              <a:rPr lang="en-US" sz="1800" b="0" i="0" u="none" baseline="-25000">
                <a:solidFill>
                  <a:srgbClr val="7030A0"/>
                </a:solidFill>
                <a:latin typeface="Bookman Old Style"/>
                <a:ea typeface="Bookman Old Style"/>
                <a:cs typeface="Bookman Old Style"/>
                <a:sym typeface="Bookman Old Style"/>
              </a:rPr>
              <a:t>1 </a:t>
            </a:r>
            <a:r>
              <a:rPr lang="en-US" sz="1800" b="0" i="0" u="none">
                <a:solidFill>
                  <a:srgbClr val="7030A0"/>
                </a:solidFill>
                <a:latin typeface="Bookman Old Style"/>
                <a:ea typeface="Bookman Old Style"/>
                <a:cs typeface="Bookman Old Style"/>
                <a:sym typeface="Bookman Old Style"/>
              </a:rPr>
              <a:t>* B</a:t>
            </a:r>
            <a:r>
              <a:rPr lang="en-US" sz="1800" b="0" i="0" u="none" baseline="-25000">
                <a:solidFill>
                  <a:srgbClr val="7030A0"/>
                </a:solidFill>
                <a:latin typeface="Bookman Old Style"/>
                <a:ea typeface="Bookman Old Style"/>
                <a:cs typeface="Bookman Old Style"/>
                <a:sym typeface="Bookman Old Style"/>
              </a:rPr>
              <a:t>1</a:t>
            </a:r>
            <a:r>
              <a:rPr lang="en-US" sz="1800" b="0" i="0" u="none">
                <a:solidFill>
                  <a:srgbClr val="262626"/>
                </a:solidFill>
                <a:latin typeface="Bookman Old Style"/>
                <a:ea typeface="Bookman Old Style"/>
                <a:cs typeface="Bookman Old Style"/>
                <a:sym typeface="Bookman Old Style"/>
              </a:rPr>
              <a:t>·10</a:t>
            </a:r>
            <a:r>
              <a:rPr lang="en-US" sz="1800" b="0" i="1" u="none" baseline="30000">
                <a:solidFill>
                  <a:srgbClr val="262626"/>
                </a:solidFill>
                <a:latin typeface="Bookman Old Style"/>
                <a:ea typeface="Bookman Old Style"/>
                <a:cs typeface="Bookman Old Style"/>
                <a:sym typeface="Bookman Old Style"/>
              </a:rPr>
              <a:t>n</a:t>
            </a:r>
            <a:r>
              <a:rPr lang="en-US" sz="1800" b="0" i="0" u="none" baseline="30000">
                <a:solidFill>
                  <a:srgbClr val="262626"/>
                </a:solidFill>
                <a:latin typeface="Bookman Old Style"/>
                <a:ea typeface="Bookman Old Style"/>
                <a:cs typeface="Bookman Old Style"/>
                <a:sym typeface="Bookman Old Style"/>
              </a:rPr>
              <a:t>  </a:t>
            </a:r>
            <a:r>
              <a:rPr lang="en-US" sz="1800" b="0" i="0" u="none">
                <a:solidFill>
                  <a:srgbClr val="262626"/>
                </a:solidFill>
                <a:latin typeface="Bookman Old Style"/>
                <a:ea typeface="Bookman Old Style"/>
                <a:cs typeface="Bookman Old Style"/>
                <a:sym typeface="Bookman Old Style"/>
              </a:rPr>
              <a:t>+ </a:t>
            </a:r>
            <a:r>
              <a:rPr lang="en-US" sz="1800" b="0" i="0" u="none">
                <a:solidFill>
                  <a:srgbClr val="FF0000"/>
                </a:solidFill>
                <a:latin typeface="Bookman Old Style"/>
                <a:ea typeface="Bookman Old Style"/>
                <a:cs typeface="Bookman Old Style"/>
                <a:sym typeface="Bookman Old Style"/>
              </a:rPr>
              <a:t>(A</a:t>
            </a:r>
            <a:r>
              <a:rPr lang="en-US" sz="1800" b="0" i="0" u="none" baseline="-25000">
                <a:solidFill>
                  <a:srgbClr val="FF0000"/>
                </a:solidFill>
                <a:latin typeface="Bookman Old Style"/>
                <a:ea typeface="Bookman Old Style"/>
                <a:cs typeface="Bookman Old Style"/>
                <a:sym typeface="Bookman Old Style"/>
              </a:rPr>
              <a:t>1 </a:t>
            </a:r>
            <a:r>
              <a:rPr lang="en-US" sz="1800" b="0" i="0" u="none">
                <a:solidFill>
                  <a:srgbClr val="FF0000"/>
                </a:solidFill>
                <a:latin typeface="Bookman Old Style"/>
                <a:ea typeface="Bookman Old Style"/>
                <a:cs typeface="Bookman Old Style"/>
                <a:sym typeface="Bookman Old Style"/>
              </a:rPr>
              <a:t>* B</a:t>
            </a:r>
            <a:r>
              <a:rPr lang="en-US" sz="1800" b="0" i="0" u="none" baseline="-25000">
                <a:solidFill>
                  <a:srgbClr val="FF0000"/>
                </a:solidFill>
                <a:latin typeface="Bookman Old Style"/>
                <a:ea typeface="Bookman Old Style"/>
                <a:cs typeface="Bookman Old Style"/>
                <a:sym typeface="Bookman Old Style"/>
              </a:rPr>
              <a:t>2 </a:t>
            </a:r>
            <a:r>
              <a:rPr lang="en-US" sz="1800" b="0" i="0" u="none">
                <a:solidFill>
                  <a:srgbClr val="FF0000"/>
                </a:solidFill>
                <a:latin typeface="Bookman Old Style"/>
                <a:ea typeface="Bookman Old Style"/>
                <a:cs typeface="Bookman Old Style"/>
                <a:sym typeface="Bookman Old Style"/>
              </a:rPr>
              <a:t>+ A</a:t>
            </a:r>
            <a:r>
              <a:rPr lang="en-US" sz="1800" b="0" i="0" u="none" baseline="-25000">
                <a:solidFill>
                  <a:srgbClr val="FF0000"/>
                </a:solidFill>
                <a:latin typeface="Bookman Old Style"/>
                <a:ea typeface="Bookman Old Style"/>
                <a:cs typeface="Bookman Old Style"/>
                <a:sym typeface="Bookman Old Style"/>
              </a:rPr>
              <a:t>2 </a:t>
            </a:r>
            <a:r>
              <a:rPr lang="en-US" sz="1800" b="0" i="0" u="none">
                <a:solidFill>
                  <a:srgbClr val="FF0000"/>
                </a:solidFill>
                <a:latin typeface="Bookman Old Style"/>
                <a:ea typeface="Bookman Old Style"/>
                <a:cs typeface="Bookman Old Style"/>
                <a:sym typeface="Bookman Old Style"/>
              </a:rPr>
              <a:t>* B</a:t>
            </a:r>
            <a:r>
              <a:rPr lang="en-US" sz="1800" b="0" i="0" u="none" baseline="-25000">
                <a:solidFill>
                  <a:srgbClr val="FF0000"/>
                </a:solidFill>
                <a:latin typeface="Bookman Old Style"/>
                <a:ea typeface="Bookman Old Style"/>
                <a:cs typeface="Bookman Old Style"/>
                <a:sym typeface="Bookman Old Style"/>
              </a:rPr>
              <a:t>1</a:t>
            </a:r>
            <a:r>
              <a:rPr lang="en-US" sz="1800" b="0" i="0" u="none">
                <a:solidFill>
                  <a:srgbClr val="FF0000"/>
                </a:solidFill>
                <a:latin typeface="Bookman Old Style"/>
                <a:ea typeface="Bookman Old Style"/>
                <a:cs typeface="Bookman Old Style"/>
                <a:sym typeface="Bookman Old Style"/>
              </a:rPr>
              <a:t>) </a:t>
            </a:r>
            <a:r>
              <a:rPr lang="en-US" sz="1800" b="0" i="0" u="none">
                <a:solidFill>
                  <a:srgbClr val="262626"/>
                </a:solidFill>
                <a:latin typeface="Bookman Old Style"/>
                <a:ea typeface="Bookman Old Style"/>
                <a:cs typeface="Bookman Old Style"/>
                <a:sym typeface="Bookman Old Style"/>
              </a:rPr>
              <a:t>·10</a:t>
            </a:r>
            <a:r>
              <a:rPr lang="en-US" sz="1800" b="0" i="1" u="none" baseline="30000">
                <a:solidFill>
                  <a:srgbClr val="262626"/>
                </a:solidFill>
                <a:latin typeface="Bookman Old Style"/>
                <a:ea typeface="Bookman Old Style"/>
                <a:cs typeface="Bookman Old Style"/>
                <a:sym typeface="Bookman Old Style"/>
              </a:rPr>
              <a:t>n/</a:t>
            </a:r>
            <a:r>
              <a:rPr lang="en-US" sz="1800" b="0" i="0" u="none" baseline="30000">
                <a:solidFill>
                  <a:srgbClr val="262626"/>
                </a:solidFill>
                <a:latin typeface="Bookman Old Style"/>
                <a:ea typeface="Bookman Old Style"/>
                <a:cs typeface="Bookman Old Style"/>
                <a:sym typeface="Bookman Old Style"/>
              </a:rPr>
              <a:t>2 </a:t>
            </a:r>
            <a:r>
              <a:rPr lang="en-US" sz="1800" b="0" i="0" u="none">
                <a:solidFill>
                  <a:srgbClr val="262626"/>
                </a:solidFill>
                <a:latin typeface="Bookman Old Style"/>
                <a:ea typeface="Bookman Old Style"/>
                <a:cs typeface="Bookman Old Style"/>
                <a:sym typeface="Bookman Old Style"/>
              </a:rPr>
              <a:t>+ </a:t>
            </a:r>
            <a:r>
              <a:rPr lang="en-US" sz="1800" b="0" i="0" u="none">
                <a:solidFill>
                  <a:srgbClr val="7030A0"/>
                </a:solidFill>
                <a:latin typeface="Bookman Old Style"/>
                <a:ea typeface="Bookman Old Style"/>
                <a:cs typeface="Bookman Old Style"/>
                <a:sym typeface="Bookman Old Style"/>
              </a:rPr>
              <a:t>A</a:t>
            </a:r>
            <a:r>
              <a:rPr lang="en-US" sz="1800" b="0" i="0" u="none" baseline="-25000">
                <a:solidFill>
                  <a:srgbClr val="7030A0"/>
                </a:solidFill>
                <a:latin typeface="Bookman Old Style"/>
                <a:ea typeface="Bookman Old Style"/>
                <a:cs typeface="Bookman Old Style"/>
                <a:sym typeface="Bookman Old Style"/>
              </a:rPr>
              <a:t>2 </a:t>
            </a:r>
            <a:r>
              <a:rPr lang="en-US" sz="1800" b="0" i="0" u="none">
                <a:solidFill>
                  <a:srgbClr val="7030A0"/>
                </a:solidFill>
                <a:latin typeface="Bookman Old Style"/>
                <a:ea typeface="Bookman Old Style"/>
                <a:cs typeface="Bookman Old Style"/>
                <a:sym typeface="Bookman Old Style"/>
              </a:rPr>
              <a:t>* B</a:t>
            </a:r>
            <a:r>
              <a:rPr lang="en-US" sz="1800" b="0" i="0" u="none" baseline="-25000">
                <a:solidFill>
                  <a:srgbClr val="7030A0"/>
                </a:solidFill>
                <a:latin typeface="Bookman Old Style"/>
                <a:ea typeface="Bookman Old Style"/>
                <a:cs typeface="Bookman Old Style"/>
                <a:sym typeface="Bookman Old Style"/>
              </a:rPr>
              <a:t>2</a:t>
            </a:r>
            <a:r>
              <a:rPr lang="en-US" sz="1800" b="0" i="0" u="none" baseline="-25000">
                <a:solidFill>
                  <a:srgbClr val="262626"/>
                </a:solidFill>
                <a:latin typeface="Bookman Old Style"/>
                <a:ea typeface="Bookman Old Style"/>
                <a:cs typeface="Bookman Old Style"/>
                <a:sym typeface="Bookman Old Style"/>
              </a:rPr>
              <a:t/>
            </a:r>
            <a:br>
              <a:rPr lang="en-US" sz="1800" b="0" i="0" u="none" baseline="-25000">
                <a:solidFill>
                  <a:srgbClr val="262626"/>
                </a:solidFill>
                <a:latin typeface="Bookman Old Style"/>
                <a:ea typeface="Bookman Old Style"/>
                <a:cs typeface="Bookman Old Style"/>
                <a:sym typeface="Bookman Old Style"/>
              </a:rPr>
            </a:br>
            <a:endParaRPr/>
          </a:p>
          <a:p>
            <a:pPr marL="0" lvl="0" indent="0" algn="l" rtl="0">
              <a:lnSpc>
                <a:spcPct val="10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The idea is to decrease the number of multiplications from 4 to 3:  </a:t>
            </a:r>
            <a:endParaRPr/>
          </a:p>
          <a:p>
            <a:pPr marL="0" lvl="0" indent="0" algn="l" rtl="0">
              <a:lnSpc>
                <a:spcPct val="100000"/>
              </a:lnSpc>
              <a:spcBef>
                <a:spcPts val="1000"/>
              </a:spcBef>
              <a:spcAft>
                <a:spcPts val="0"/>
              </a:spcAft>
              <a:buSzPts val="1800"/>
              <a:buNone/>
            </a:pPr>
            <a:r>
              <a:rPr lang="en-US" sz="1800" b="0" i="0" u="none">
                <a:solidFill>
                  <a:srgbClr val="002060"/>
                </a:solidFill>
                <a:latin typeface="Bookman Old Style"/>
                <a:ea typeface="Bookman Old Style"/>
                <a:cs typeface="Bookman Old Style"/>
                <a:sym typeface="Bookman Old Style"/>
              </a:rPr>
              <a:t>   (A</a:t>
            </a:r>
            <a:r>
              <a:rPr lang="en-US" sz="1800" b="0" i="0" u="none" baseline="-25000">
                <a:solidFill>
                  <a:srgbClr val="002060"/>
                </a:solidFill>
                <a:latin typeface="Bookman Old Style"/>
                <a:ea typeface="Bookman Old Style"/>
                <a:cs typeface="Bookman Old Style"/>
                <a:sym typeface="Bookman Old Style"/>
              </a:rPr>
              <a:t>1</a:t>
            </a:r>
            <a:r>
              <a:rPr lang="en-US" sz="1800" b="0" i="0" u="none">
                <a:solidFill>
                  <a:srgbClr val="002060"/>
                </a:solidFill>
                <a:latin typeface="Bookman Old Style"/>
                <a:ea typeface="Bookman Old Style"/>
                <a:cs typeface="Bookman Old Style"/>
                <a:sym typeface="Bookman Old Style"/>
              </a:rPr>
              <a:t> + A</a:t>
            </a:r>
            <a:r>
              <a:rPr lang="en-US" sz="1800" b="0" i="0" u="none" baseline="-25000">
                <a:solidFill>
                  <a:srgbClr val="002060"/>
                </a:solidFill>
                <a:latin typeface="Bookman Old Style"/>
                <a:ea typeface="Bookman Old Style"/>
                <a:cs typeface="Bookman Old Style"/>
                <a:sym typeface="Bookman Old Style"/>
              </a:rPr>
              <a:t>2</a:t>
            </a:r>
            <a:r>
              <a:rPr lang="en-US" sz="1800" b="0" i="0" u="none">
                <a:solidFill>
                  <a:srgbClr val="002060"/>
                </a:solidFill>
                <a:latin typeface="Bookman Old Style"/>
                <a:ea typeface="Bookman Old Style"/>
                <a:cs typeface="Bookman Old Style"/>
                <a:sym typeface="Bookman Old Style"/>
              </a:rPr>
              <a:t> ) * (B</a:t>
            </a:r>
            <a:r>
              <a:rPr lang="en-US" sz="1800" b="0" i="0" u="none" baseline="-25000">
                <a:solidFill>
                  <a:srgbClr val="002060"/>
                </a:solidFill>
                <a:latin typeface="Bookman Old Style"/>
                <a:ea typeface="Bookman Old Style"/>
                <a:cs typeface="Bookman Old Style"/>
                <a:sym typeface="Bookman Old Style"/>
              </a:rPr>
              <a:t>1</a:t>
            </a:r>
            <a:r>
              <a:rPr lang="en-US" sz="1800" b="0" i="0" u="none">
                <a:solidFill>
                  <a:srgbClr val="002060"/>
                </a:solidFill>
                <a:latin typeface="Bookman Old Style"/>
                <a:ea typeface="Bookman Old Style"/>
                <a:cs typeface="Bookman Old Style"/>
                <a:sym typeface="Bookman Old Style"/>
              </a:rPr>
              <a:t> + B</a:t>
            </a:r>
            <a:r>
              <a:rPr lang="en-US" sz="1800" b="0" i="0" u="none" baseline="-25000">
                <a:solidFill>
                  <a:srgbClr val="002060"/>
                </a:solidFill>
                <a:latin typeface="Bookman Old Style"/>
                <a:ea typeface="Bookman Old Style"/>
                <a:cs typeface="Bookman Old Style"/>
                <a:sym typeface="Bookman Old Style"/>
              </a:rPr>
              <a:t>2</a:t>
            </a:r>
            <a:r>
              <a:rPr lang="en-US" sz="1800" b="0" i="0" u="none">
                <a:solidFill>
                  <a:srgbClr val="002060"/>
                </a:solidFill>
                <a:latin typeface="Bookman Old Style"/>
                <a:ea typeface="Bookman Old Style"/>
                <a:cs typeface="Bookman Old Style"/>
                <a:sym typeface="Bookman Old Style"/>
              </a:rPr>
              <a:t> ) </a:t>
            </a:r>
            <a:r>
              <a:rPr lang="en-US" sz="1800" b="0" i="0" u="none">
                <a:solidFill>
                  <a:srgbClr val="262626"/>
                </a:solidFill>
                <a:latin typeface="Bookman Old Style"/>
                <a:ea typeface="Bookman Old Style"/>
                <a:cs typeface="Bookman Old Style"/>
                <a:sym typeface="Bookman Old Style"/>
              </a:rPr>
              <a:t>= </a:t>
            </a:r>
            <a:r>
              <a:rPr lang="en-US" sz="1800" b="0" i="0" u="none">
                <a:solidFill>
                  <a:srgbClr val="7030A0"/>
                </a:solidFill>
                <a:latin typeface="Bookman Old Style"/>
                <a:ea typeface="Bookman Old Style"/>
                <a:cs typeface="Bookman Old Style"/>
                <a:sym typeface="Bookman Old Style"/>
              </a:rPr>
              <a:t>A</a:t>
            </a:r>
            <a:r>
              <a:rPr lang="en-US" sz="1800" b="0" i="0" u="none" baseline="-25000">
                <a:solidFill>
                  <a:srgbClr val="7030A0"/>
                </a:solidFill>
                <a:latin typeface="Bookman Old Style"/>
                <a:ea typeface="Bookman Old Style"/>
                <a:cs typeface="Bookman Old Style"/>
                <a:sym typeface="Bookman Old Style"/>
              </a:rPr>
              <a:t>1 </a:t>
            </a:r>
            <a:r>
              <a:rPr lang="en-US" sz="1800" b="0" i="0" u="none">
                <a:solidFill>
                  <a:srgbClr val="7030A0"/>
                </a:solidFill>
                <a:latin typeface="Bookman Old Style"/>
                <a:ea typeface="Bookman Old Style"/>
                <a:cs typeface="Bookman Old Style"/>
                <a:sym typeface="Bookman Old Style"/>
              </a:rPr>
              <a:t>* B</a:t>
            </a:r>
            <a:r>
              <a:rPr lang="en-US" sz="1800" b="0" i="0" u="none" baseline="-25000">
                <a:solidFill>
                  <a:srgbClr val="7030A0"/>
                </a:solidFill>
                <a:latin typeface="Bookman Old Style"/>
                <a:ea typeface="Bookman Old Style"/>
                <a:cs typeface="Bookman Old Style"/>
                <a:sym typeface="Bookman Old Style"/>
              </a:rPr>
              <a:t>1</a:t>
            </a:r>
            <a:r>
              <a:rPr lang="en-US" sz="1800" b="0" i="0" u="none">
                <a:solidFill>
                  <a:srgbClr val="7030A0"/>
                </a:solidFill>
                <a:latin typeface="Bookman Old Style"/>
                <a:ea typeface="Bookman Old Style"/>
                <a:cs typeface="Bookman Old Style"/>
                <a:sym typeface="Bookman Old Style"/>
              </a:rPr>
              <a:t> </a:t>
            </a:r>
            <a:r>
              <a:rPr lang="en-US" sz="1800" b="0" i="0" u="none">
                <a:solidFill>
                  <a:srgbClr val="262626"/>
                </a:solidFill>
                <a:latin typeface="Bookman Old Style"/>
                <a:ea typeface="Bookman Old Style"/>
                <a:cs typeface="Bookman Old Style"/>
                <a:sym typeface="Bookman Old Style"/>
              </a:rPr>
              <a:t>+ </a:t>
            </a:r>
            <a:r>
              <a:rPr lang="en-US" sz="1800" b="0" i="0" u="none">
                <a:solidFill>
                  <a:srgbClr val="FF0000"/>
                </a:solidFill>
                <a:latin typeface="Bookman Old Style"/>
                <a:ea typeface="Bookman Old Style"/>
                <a:cs typeface="Bookman Old Style"/>
                <a:sym typeface="Bookman Old Style"/>
              </a:rPr>
              <a:t>(A</a:t>
            </a:r>
            <a:r>
              <a:rPr lang="en-US" sz="1800" b="0" i="0" u="none" baseline="-25000">
                <a:solidFill>
                  <a:srgbClr val="FF0000"/>
                </a:solidFill>
                <a:latin typeface="Bookman Old Style"/>
                <a:ea typeface="Bookman Old Style"/>
                <a:cs typeface="Bookman Old Style"/>
                <a:sym typeface="Bookman Old Style"/>
              </a:rPr>
              <a:t>1 </a:t>
            </a:r>
            <a:r>
              <a:rPr lang="en-US" sz="1800" b="0" i="0" u="none">
                <a:solidFill>
                  <a:srgbClr val="FF0000"/>
                </a:solidFill>
                <a:latin typeface="Bookman Old Style"/>
                <a:ea typeface="Bookman Old Style"/>
                <a:cs typeface="Bookman Old Style"/>
                <a:sym typeface="Bookman Old Style"/>
              </a:rPr>
              <a:t>* B</a:t>
            </a:r>
            <a:r>
              <a:rPr lang="en-US" sz="1800" b="0" i="0" u="none" baseline="-25000">
                <a:solidFill>
                  <a:srgbClr val="FF0000"/>
                </a:solidFill>
                <a:latin typeface="Bookman Old Style"/>
                <a:ea typeface="Bookman Old Style"/>
                <a:cs typeface="Bookman Old Style"/>
                <a:sym typeface="Bookman Old Style"/>
              </a:rPr>
              <a:t>2 </a:t>
            </a:r>
            <a:r>
              <a:rPr lang="en-US" sz="1800" b="0" i="0" u="none">
                <a:solidFill>
                  <a:srgbClr val="FF0000"/>
                </a:solidFill>
                <a:latin typeface="Bookman Old Style"/>
                <a:ea typeface="Bookman Old Style"/>
                <a:cs typeface="Bookman Old Style"/>
                <a:sym typeface="Bookman Old Style"/>
              </a:rPr>
              <a:t>+ A</a:t>
            </a:r>
            <a:r>
              <a:rPr lang="en-US" sz="1800" b="0" i="0" u="none" baseline="-25000">
                <a:solidFill>
                  <a:srgbClr val="FF0000"/>
                </a:solidFill>
                <a:latin typeface="Bookman Old Style"/>
                <a:ea typeface="Bookman Old Style"/>
                <a:cs typeface="Bookman Old Style"/>
                <a:sym typeface="Bookman Old Style"/>
              </a:rPr>
              <a:t>2 </a:t>
            </a:r>
            <a:r>
              <a:rPr lang="en-US" sz="1800" b="0" i="0" u="none">
                <a:solidFill>
                  <a:srgbClr val="FF0000"/>
                </a:solidFill>
                <a:latin typeface="Bookman Old Style"/>
                <a:ea typeface="Bookman Old Style"/>
                <a:cs typeface="Bookman Old Style"/>
                <a:sym typeface="Bookman Old Style"/>
              </a:rPr>
              <a:t>* B</a:t>
            </a:r>
            <a:r>
              <a:rPr lang="en-US" sz="1800" b="0" i="0" u="none" baseline="-25000">
                <a:solidFill>
                  <a:srgbClr val="FF0000"/>
                </a:solidFill>
                <a:latin typeface="Bookman Old Style"/>
                <a:ea typeface="Bookman Old Style"/>
                <a:cs typeface="Bookman Old Style"/>
                <a:sym typeface="Bookman Old Style"/>
              </a:rPr>
              <a:t>1</a:t>
            </a:r>
            <a:r>
              <a:rPr lang="en-US" sz="1800" b="0" i="0" u="none">
                <a:solidFill>
                  <a:srgbClr val="FF0000"/>
                </a:solidFill>
                <a:latin typeface="Bookman Old Style"/>
                <a:ea typeface="Bookman Old Style"/>
                <a:cs typeface="Bookman Old Style"/>
                <a:sym typeface="Bookman Old Style"/>
              </a:rPr>
              <a:t>) </a:t>
            </a:r>
            <a:r>
              <a:rPr lang="en-US" sz="1800" b="0" i="0" u="none">
                <a:solidFill>
                  <a:srgbClr val="262626"/>
                </a:solidFill>
                <a:latin typeface="Bookman Old Style"/>
                <a:ea typeface="Bookman Old Style"/>
                <a:cs typeface="Bookman Old Style"/>
                <a:sym typeface="Bookman Old Style"/>
              </a:rPr>
              <a:t>+ </a:t>
            </a:r>
            <a:r>
              <a:rPr lang="en-US" sz="1800" b="0" i="0" u="none">
                <a:solidFill>
                  <a:srgbClr val="7030A0"/>
                </a:solidFill>
                <a:latin typeface="Bookman Old Style"/>
                <a:ea typeface="Bookman Old Style"/>
                <a:cs typeface="Bookman Old Style"/>
                <a:sym typeface="Bookman Old Style"/>
              </a:rPr>
              <a:t>A</a:t>
            </a:r>
            <a:r>
              <a:rPr lang="en-US" sz="1800" b="0" i="0" u="none" baseline="-25000">
                <a:solidFill>
                  <a:srgbClr val="7030A0"/>
                </a:solidFill>
                <a:latin typeface="Bookman Old Style"/>
                <a:ea typeface="Bookman Old Style"/>
                <a:cs typeface="Bookman Old Style"/>
                <a:sym typeface="Bookman Old Style"/>
              </a:rPr>
              <a:t>2 </a:t>
            </a:r>
            <a:r>
              <a:rPr lang="en-US" sz="1800" b="0" i="0" u="none">
                <a:solidFill>
                  <a:srgbClr val="7030A0"/>
                </a:solidFill>
                <a:latin typeface="Bookman Old Style"/>
                <a:ea typeface="Bookman Old Style"/>
                <a:cs typeface="Bookman Old Style"/>
                <a:sym typeface="Bookman Old Style"/>
              </a:rPr>
              <a:t>* B</a:t>
            </a:r>
            <a:r>
              <a:rPr lang="en-US" sz="1800" b="0" i="0" u="none" baseline="-25000">
                <a:solidFill>
                  <a:srgbClr val="7030A0"/>
                </a:solidFill>
                <a:latin typeface="Bookman Old Style"/>
                <a:ea typeface="Bookman Old Style"/>
                <a:cs typeface="Bookman Old Style"/>
                <a:sym typeface="Bookman Old Style"/>
              </a:rPr>
              <a:t>2</a:t>
            </a:r>
            <a:r>
              <a:rPr lang="en-US" sz="1800" b="0" i="0" u="none" baseline="-25000">
                <a:solidFill>
                  <a:srgbClr val="262626"/>
                </a:solidFill>
                <a:latin typeface="Bookman Old Style"/>
                <a:ea typeface="Bookman Old Style"/>
                <a:cs typeface="Bookman Old Style"/>
                <a:sym typeface="Bookman Old Style"/>
              </a:rPr>
              <a:t>,</a:t>
            </a:r>
            <a:br>
              <a:rPr lang="en-US" sz="1800" b="0" i="0" u="none" baseline="-25000">
                <a:solidFill>
                  <a:srgbClr val="262626"/>
                </a:solidFill>
                <a:latin typeface="Bookman Old Style"/>
                <a:ea typeface="Bookman Old Style"/>
                <a:cs typeface="Bookman Old Style"/>
                <a:sym typeface="Bookman Old Style"/>
              </a:rPr>
            </a:br>
            <a:r>
              <a:rPr lang="en-US" sz="1800" b="0" i="0" u="none">
                <a:solidFill>
                  <a:srgbClr val="262626"/>
                </a:solidFill>
                <a:latin typeface="Bookman Old Style"/>
                <a:ea typeface="Bookman Old Style"/>
                <a:cs typeface="Bookman Old Style"/>
                <a:sym typeface="Bookman Old Style"/>
              </a:rPr>
              <a:t/>
            </a:r>
            <a:br>
              <a:rPr lang="en-US" sz="1800" b="0" i="0" u="none">
                <a:solidFill>
                  <a:srgbClr val="262626"/>
                </a:solidFill>
                <a:latin typeface="Bookman Old Style"/>
                <a:ea typeface="Bookman Old Style"/>
                <a:cs typeface="Bookman Old Style"/>
                <a:sym typeface="Bookman Old Style"/>
              </a:rPr>
            </a:br>
            <a:r>
              <a:rPr lang="en-US" sz="1800" b="0" i="0" u="none">
                <a:solidFill>
                  <a:srgbClr val="262626"/>
                </a:solidFill>
                <a:latin typeface="Bookman Old Style"/>
                <a:ea typeface="Bookman Old Style"/>
                <a:cs typeface="Bookman Old Style"/>
                <a:sym typeface="Bookman Old Style"/>
              </a:rPr>
              <a:t>I.e., </a:t>
            </a:r>
            <a:r>
              <a:rPr lang="en-US" sz="1800" b="0" i="0" u="none">
                <a:solidFill>
                  <a:srgbClr val="FF0000"/>
                </a:solidFill>
                <a:latin typeface="Bookman Old Style"/>
                <a:ea typeface="Bookman Old Style"/>
                <a:cs typeface="Bookman Old Style"/>
                <a:sym typeface="Bookman Old Style"/>
              </a:rPr>
              <a:t>(A</a:t>
            </a:r>
            <a:r>
              <a:rPr lang="en-US" sz="1800" b="0" i="0" u="none" baseline="-25000">
                <a:solidFill>
                  <a:srgbClr val="FF0000"/>
                </a:solidFill>
                <a:latin typeface="Bookman Old Style"/>
                <a:ea typeface="Bookman Old Style"/>
                <a:cs typeface="Bookman Old Style"/>
                <a:sym typeface="Bookman Old Style"/>
              </a:rPr>
              <a:t>1 </a:t>
            </a:r>
            <a:r>
              <a:rPr lang="en-US" sz="1800" b="0" i="0" u="none">
                <a:solidFill>
                  <a:srgbClr val="FF0000"/>
                </a:solidFill>
                <a:latin typeface="Bookman Old Style"/>
                <a:ea typeface="Bookman Old Style"/>
                <a:cs typeface="Bookman Old Style"/>
                <a:sym typeface="Bookman Old Style"/>
              </a:rPr>
              <a:t>* B</a:t>
            </a:r>
            <a:r>
              <a:rPr lang="en-US" sz="1800" b="0" i="0" u="none" baseline="-25000">
                <a:solidFill>
                  <a:srgbClr val="FF0000"/>
                </a:solidFill>
                <a:latin typeface="Bookman Old Style"/>
                <a:ea typeface="Bookman Old Style"/>
                <a:cs typeface="Bookman Old Style"/>
                <a:sym typeface="Bookman Old Style"/>
              </a:rPr>
              <a:t>2 </a:t>
            </a:r>
            <a:r>
              <a:rPr lang="en-US" sz="1800" b="0" i="0" u="none">
                <a:solidFill>
                  <a:srgbClr val="FF0000"/>
                </a:solidFill>
                <a:latin typeface="Bookman Old Style"/>
                <a:ea typeface="Bookman Old Style"/>
                <a:cs typeface="Bookman Old Style"/>
                <a:sym typeface="Bookman Old Style"/>
              </a:rPr>
              <a:t>+ A</a:t>
            </a:r>
            <a:r>
              <a:rPr lang="en-US" sz="1800" b="0" i="0" u="none" baseline="-25000">
                <a:solidFill>
                  <a:srgbClr val="FF0000"/>
                </a:solidFill>
                <a:latin typeface="Bookman Old Style"/>
                <a:ea typeface="Bookman Old Style"/>
                <a:cs typeface="Bookman Old Style"/>
                <a:sym typeface="Bookman Old Style"/>
              </a:rPr>
              <a:t>2 </a:t>
            </a:r>
            <a:r>
              <a:rPr lang="en-US" sz="1800" b="0" i="0" u="none">
                <a:solidFill>
                  <a:srgbClr val="FF0000"/>
                </a:solidFill>
                <a:latin typeface="Bookman Old Style"/>
                <a:ea typeface="Bookman Old Style"/>
                <a:cs typeface="Bookman Old Style"/>
                <a:sym typeface="Bookman Old Style"/>
              </a:rPr>
              <a:t>* B</a:t>
            </a:r>
            <a:r>
              <a:rPr lang="en-US" sz="1800" b="0" i="0" u="none" baseline="-25000">
                <a:solidFill>
                  <a:srgbClr val="FF0000"/>
                </a:solidFill>
                <a:latin typeface="Bookman Old Style"/>
                <a:ea typeface="Bookman Old Style"/>
                <a:cs typeface="Bookman Old Style"/>
                <a:sym typeface="Bookman Old Style"/>
              </a:rPr>
              <a:t>1</a:t>
            </a:r>
            <a:r>
              <a:rPr lang="en-US" sz="1800" b="0" i="0" u="none">
                <a:solidFill>
                  <a:srgbClr val="FF0000"/>
                </a:solidFill>
                <a:latin typeface="Bookman Old Style"/>
                <a:ea typeface="Bookman Old Style"/>
                <a:cs typeface="Bookman Old Style"/>
                <a:sym typeface="Bookman Old Style"/>
              </a:rPr>
              <a:t>) </a:t>
            </a:r>
            <a:r>
              <a:rPr lang="en-US" sz="1800" b="0" i="0" u="none">
                <a:solidFill>
                  <a:srgbClr val="262626"/>
                </a:solidFill>
                <a:latin typeface="Bookman Old Style"/>
                <a:ea typeface="Bookman Old Style"/>
                <a:cs typeface="Bookman Old Style"/>
                <a:sym typeface="Bookman Old Style"/>
              </a:rPr>
              <a:t>= </a:t>
            </a:r>
            <a:r>
              <a:rPr lang="en-US" sz="1800" b="0" i="0" u="none">
                <a:solidFill>
                  <a:srgbClr val="002060"/>
                </a:solidFill>
                <a:latin typeface="Bookman Old Style"/>
                <a:ea typeface="Bookman Old Style"/>
                <a:cs typeface="Bookman Old Style"/>
                <a:sym typeface="Bookman Old Style"/>
              </a:rPr>
              <a:t>(A</a:t>
            </a:r>
            <a:r>
              <a:rPr lang="en-US" sz="1800" b="0" i="0" u="none" baseline="-25000">
                <a:solidFill>
                  <a:srgbClr val="002060"/>
                </a:solidFill>
                <a:latin typeface="Bookman Old Style"/>
                <a:ea typeface="Bookman Old Style"/>
                <a:cs typeface="Bookman Old Style"/>
                <a:sym typeface="Bookman Old Style"/>
              </a:rPr>
              <a:t>1</a:t>
            </a:r>
            <a:r>
              <a:rPr lang="en-US" sz="1800" b="0" i="0" u="none">
                <a:solidFill>
                  <a:srgbClr val="002060"/>
                </a:solidFill>
                <a:latin typeface="Bookman Old Style"/>
                <a:ea typeface="Bookman Old Style"/>
                <a:cs typeface="Bookman Old Style"/>
                <a:sym typeface="Bookman Old Style"/>
              </a:rPr>
              <a:t> + A</a:t>
            </a:r>
            <a:r>
              <a:rPr lang="en-US" sz="1800" b="0" i="0" u="none" baseline="-25000">
                <a:solidFill>
                  <a:srgbClr val="002060"/>
                </a:solidFill>
                <a:latin typeface="Bookman Old Style"/>
                <a:ea typeface="Bookman Old Style"/>
                <a:cs typeface="Bookman Old Style"/>
                <a:sym typeface="Bookman Old Style"/>
              </a:rPr>
              <a:t>2</a:t>
            </a:r>
            <a:r>
              <a:rPr lang="en-US" sz="1800" b="0" i="0" u="none">
                <a:solidFill>
                  <a:srgbClr val="002060"/>
                </a:solidFill>
                <a:latin typeface="Bookman Old Style"/>
                <a:ea typeface="Bookman Old Style"/>
                <a:cs typeface="Bookman Old Style"/>
                <a:sym typeface="Bookman Old Style"/>
              </a:rPr>
              <a:t> ) * (B</a:t>
            </a:r>
            <a:r>
              <a:rPr lang="en-US" sz="1800" b="0" i="0" u="none" baseline="-25000">
                <a:solidFill>
                  <a:srgbClr val="002060"/>
                </a:solidFill>
                <a:latin typeface="Bookman Old Style"/>
                <a:ea typeface="Bookman Old Style"/>
                <a:cs typeface="Bookman Old Style"/>
                <a:sym typeface="Bookman Old Style"/>
              </a:rPr>
              <a:t>1</a:t>
            </a:r>
            <a:r>
              <a:rPr lang="en-US" sz="1800" b="0" i="0" u="none">
                <a:solidFill>
                  <a:srgbClr val="002060"/>
                </a:solidFill>
                <a:latin typeface="Bookman Old Style"/>
                <a:ea typeface="Bookman Old Style"/>
                <a:cs typeface="Bookman Old Style"/>
                <a:sym typeface="Bookman Old Style"/>
              </a:rPr>
              <a:t> + B</a:t>
            </a:r>
            <a:r>
              <a:rPr lang="en-US" sz="1800" b="0" i="0" u="none" baseline="-25000">
                <a:solidFill>
                  <a:srgbClr val="002060"/>
                </a:solidFill>
                <a:latin typeface="Bookman Old Style"/>
                <a:ea typeface="Bookman Old Style"/>
                <a:cs typeface="Bookman Old Style"/>
                <a:sym typeface="Bookman Old Style"/>
              </a:rPr>
              <a:t>2</a:t>
            </a:r>
            <a:r>
              <a:rPr lang="en-US" sz="1800" b="0" i="0" u="none">
                <a:solidFill>
                  <a:srgbClr val="002060"/>
                </a:solidFill>
                <a:latin typeface="Bookman Old Style"/>
                <a:ea typeface="Bookman Old Style"/>
                <a:cs typeface="Bookman Old Style"/>
                <a:sym typeface="Bookman Old Style"/>
              </a:rPr>
              <a:t> ) </a:t>
            </a:r>
            <a:r>
              <a:rPr lang="en-US" sz="1800" b="0" i="0" u="none">
                <a:solidFill>
                  <a:srgbClr val="262626"/>
                </a:solidFill>
                <a:latin typeface="Bookman Old Style"/>
                <a:ea typeface="Bookman Old Style"/>
                <a:cs typeface="Bookman Old Style"/>
                <a:sym typeface="Bookman Old Style"/>
              </a:rPr>
              <a:t>- </a:t>
            </a:r>
            <a:r>
              <a:rPr lang="en-US" sz="1800" b="0" i="0" u="none">
                <a:solidFill>
                  <a:srgbClr val="7030A0"/>
                </a:solidFill>
                <a:latin typeface="Bookman Old Style"/>
                <a:ea typeface="Bookman Old Style"/>
                <a:cs typeface="Bookman Old Style"/>
                <a:sym typeface="Bookman Old Style"/>
              </a:rPr>
              <a:t>A</a:t>
            </a:r>
            <a:r>
              <a:rPr lang="en-US" sz="1800" b="0" i="0" u="none" baseline="-25000">
                <a:solidFill>
                  <a:srgbClr val="7030A0"/>
                </a:solidFill>
                <a:latin typeface="Bookman Old Style"/>
                <a:ea typeface="Bookman Old Style"/>
                <a:cs typeface="Bookman Old Style"/>
                <a:sym typeface="Bookman Old Style"/>
              </a:rPr>
              <a:t>1 </a:t>
            </a:r>
            <a:r>
              <a:rPr lang="en-US" sz="1800" b="0" i="0" u="none">
                <a:solidFill>
                  <a:srgbClr val="7030A0"/>
                </a:solidFill>
                <a:latin typeface="Bookman Old Style"/>
                <a:ea typeface="Bookman Old Style"/>
                <a:cs typeface="Bookman Old Style"/>
                <a:sym typeface="Bookman Old Style"/>
              </a:rPr>
              <a:t>* B</a:t>
            </a:r>
            <a:r>
              <a:rPr lang="en-US" sz="1800" b="0" i="0" u="none" baseline="-25000">
                <a:solidFill>
                  <a:srgbClr val="7030A0"/>
                </a:solidFill>
                <a:latin typeface="Bookman Old Style"/>
                <a:ea typeface="Bookman Old Style"/>
                <a:cs typeface="Bookman Old Style"/>
                <a:sym typeface="Bookman Old Style"/>
              </a:rPr>
              <a:t>1</a:t>
            </a:r>
            <a:r>
              <a:rPr lang="en-US" sz="1800" b="0" i="0" u="none">
                <a:solidFill>
                  <a:srgbClr val="7030A0"/>
                </a:solidFill>
                <a:latin typeface="Bookman Old Style"/>
                <a:ea typeface="Bookman Old Style"/>
                <a:cs typeface="Bookman Old Style"/>
                <a:sym typeface="Bookman Old Style"/>
              </a:rPr>
              <a:t> </a:t>
            </a:r>
            <a:r>
              <a:rPr lang="en-US" sz="1800" b="0" i="0" u="none">
                <a:solidFill>
                  <a:srgbClr val="262626"/>
                </a:solidFill>
                <a:latin typeface="Bookman Old Style"/>
                <a:ea typeface="Bookman Old Style"/>
                <a:cs typeface="Bookman Old Style"/>
                <a:sym typeface="Bookman Old Style"/>
              </a:rPr>
              <a:t>- </a:t>
            </a:r>
            <a:r>
              <a:rPr lang="en-US" sz="1800" b="0" i="0" u="none">
                <a:solidFill>
                  <a:srgbClr val="7030A0"/>
                </a:solidFill>
                <a:latin typeface="Bookman Old Style"/>
                <a:ea typeface="Bookman Old Style"/>
                <a:cs typeface="Bookman Old Style"/>
                <a:sym typeface="Bookman Old Style"/>
              </a:rPr>
              <a:t>A</a:t>
            </a:r>
            <a:r>
              <a:rPr lang="en-US" sz="1800" b="0" i="0" u="none" baseline="-25000">
                <a:solidFill>
                  <a:srgbClr val="7030A0"/>
                </a:solidFill>
                <a:latin typeface="Bookman Old Style"/>
                <a:ea typeface="Bookman Old Style"/>
                <a:cs typeface="Bookman Old Style"/>
                <a:sym typeface="Bookman Old Style"/>
              </a:rPr>
              <a:t>2 </a:t>
            </a:r>
            <a:r>
              <a:rPr lang="en-US" sz="1800" b="0" i="0" u="none">
                <a:solidFill>
                  <a:srgbClr val="7030A0"/>
                </a:solidFill>
                <a:latin typeface="Bookman Old Style"/>
                <a:ea typeface="Bookman Old Style"/>
                <a:cs typeface="Bookman Old Style"/>
                <a:sym typeface="Bookman Old Style"/>
              </a:rPr>
              <a:t>* B</a:t>
            </a:r>
            <a:r>
              <a:rPr lang="en-US" sz="1800" b="0" i="0" u="none" baseline="-25000">
                <a:solidFill>
                  <a:srgbClr val="7030A0"/>
                </a:solidFill>
                <a:latin typeface="Bookman Old Style"/>
                <a:ea typeface="Bookman Old Style"/>
                <a:cs typeface="Bookman Old Style"/>
                <a:sym typeface="Bookman Old Style"/>
              </a:rPr>
              <a:t>2,</a:t>
            </a:r>
            <a:r>
              <a:rPr lang="en-US" sz="1800" b="0" i="0" u="none">
                <a:solidFill>
                  <a:srgbClr val="7030A0"/>
                </a:solidFill>
                <a:latin typeface="Bookman Old Style"/>
                <a:ea typeface="Bookman Old Style"/>
                <a:cs typeface="Bookman Old Style"/>
                <a:sym typeface="Bookman Old Style"/>
              </a:rPr>
              <a:t> </a:t>
            </a:r>
            <a:r>
              <a:rPr lang="en-US" sz="1800" b="0" i="0" u="none">
                <a:solidFill>
                  <a:srgbClr val="262626"/>
                </a:solidFill>
                <a:latin typeface="Bookman Old Style"/>
                <a:ea typeface="Bookman Old Style"/>
                <a:cs typeface="Bookman Old Style"/>
                <a:sym typeface="Bookman Old Style"/>
              </a:rPr>
              <a:t/>
            </a:r>
            <a:br>
              <a:rPr lang="en-US" sz="1800" b="0" i="0" u="none">
                <a:solidFill>
                  <a:srgbClr val="262626"/>
                </a:solidFill>
                <a:latin typeface="Bookman Old Style"/>
                <a:ea typeface="Bookman Old Style"/>
                <a:cs typeface="Bookman Old Style"/>
                <a:sym typeface="Bookman Old Style"/>
              </a:rPr>
            </a:br>
            <a:r>
              <a:rPr lang="en-US" sz="1800" b="0" i="0" u="none">
                <a:solidFill>
                  <a:srgbClr val="262626"/>
                </a:solidFill>
                <a:latin typeface="Bookman Old Style"/>
                <a:ea typeface="Bookman Old Style"/>
                <a:cs typeface="Bookman Old Style"/>
                <a:sym typeface="Bookman Old Style"/>
              </a:rPr>
              <a:t>which requires only 3 multiplications at the expense of (4-1=3) extra additions and subtractions (2 adds and 2 subs – 1 add)</a:t>
            </a:r>
            <a:endParaRPr/>
          </a:p>
          <a:p>
            <a:pPr marL="0" lvl="0" indent="0" algn="l" rtl="0">
              <a:lnSpc>
                <a:spcPct val="10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
            </a:r>
            <a:br>
              <a:rPr lang="en-US" sz="1800" b="0" i="0" u="none">
                <a:solidFill>
                  <a:srgbClr val="262626"/>
                </a:solidFill>
                <a:latin typeface="Bookman Old Style"/>
                <a:ea typeface="Bookman Old Style"/>
                <a:cs typeface="Bookman Old Style"/>
                <a:sym typeface="Bookman Old Style"/>
              </a:rPr>
            </a:br>
            <a:r>
              <a:rPr lang="en-US" sz="1800" b="0" i="0" u="none">
                <a:solidFill>
                  <a:srgbClr val="262626"/>
                </a:solidFill>
                <a:latin typeface="Bookman Old Style"/>
                <a:ea typeface="Bookman Old Style"/>
                <a:cs typeface="Bookman Old Style"/>
                <a:sym typeface="Bookman Old Style"/>
              </a:rPr>
              <a:t>Recurrence for the  number of multiplications M(</a:t>
            </a:r>
            <a:r>
              <a:rPr lang="en-US" sz="1800" b="0" i="1" u="none">
                <a:solidFill>
                  <a:srgbClr val="262626"/>
                </a:solidFill>
                <a:latin typeface="Bookman Old Style"/>
                <a:ea typeface="Bookman Old Style"/>
                <a:cs typeface="Bookman Old Style"/>
                <a:sym typeface="Bookman Old Style"/>
              </a:rPr>
              <a:t>n</a:t>
            </a:r>
            <a:r>
              <a:rPr lang="en-US" sz="1800" b="0" i="0" u="none">
                <a:solidFill>
                  <a:srgbClr val="262626"/>
                </a:solidFill>
                <a:latin typeface="Bookman Old Style"/>
                <a:ea typeface="Bookman Old Style"/>
                <a:cs typeface="Bookman Old Style"/>
                <a:sym typeface="Bookman Old Style"/>
              </a:rPr>
              <a:t>):</a:t>
            </a:r>
            <a:br>
              <a:rPr lang="en-US" sz="1800" b="0" i="0" u="none">
                <a:solidFill>
                  <a:srgbClr val="262626"/>
                </a:solidFill>
                <a:latin typeface="Bookman Old Style"/>
                <a:ea typeface="Bookman Old Style"/>
                <a:cs typeface="Bookman Old Style"/>
                <a:sym typeface="Bookman Old Style"/>
              </a:rPr>
            </a:br>
            <a:r>
              <a:rPr lang="en-US" sz="1800" b="0" i="0" u="none">
                <a:solidFill>
                  <a:srgbClr val="262626"/>
                </a:solidFill>
                <a:latin typeface="Bookman Old Style"/>
                <a:ea typeface="Bookman Old Style"/>
                <a:cs typeface="Bookman Old Style"/>
                <a:sym typeface="Bookman Old Style"/>
              </a:rPr>
              <a:t>                             M(</a:t>
            </a:r>
            <a:r>
              <a:rPr lang="en-US" sz="1800" b="0" i="1" u="none">
                <a:solidFill>
                  <a:srgbClr val="262626"/>
                </a:solidFill>
                <a:latin typeface="Bookman Old Style"/>
                <a:ea typeface="Bookman Old Style"/>
                <a:cs typeface="Bookman Old Style"/>
                <a:sym typeface="Bookman Old Style"/>
              </a:rPr>
              <a:t>n</a:t>
            </a:r>
            <a:r>
              <a:rPr lang="en-US" sz="1800" b="0" i="0" u="none">
                <a:solidFill>
                  <a:srgbClr val="262626"/>
                </a:solidFill>
                <a:latin typeface="Bookman Old Style"/>
                <a:ea typeface="Bookman Old Style"/>
                <a:cs typeface="Bookman Old Style"/>
                <a:sym typeface="Bookman Old Style"/>
              </a:rPr>
              <a:t>) = 3</a:t>
            </a:r>
            <a:r>
              <a:rPr lang="en-US" sz="1800" b="0" i="1" u="none">
                <a:solidFill>
                  <a:srgbClr val="262626"/>
                </a:solidFill>
                <a:latin typeface="Bookman Old Style"/>
                <a:ea typeface="Bookman Old Style"/>
                <a:cs typeface="Bookman Old Style"/>
                <a:sym typeface="Bookman Old Style"/>
              </a:rPr>
              <a:t>M</a:t>
            </a:r>
            <a:r>
              <a:rPr lang="en-US" sz="1800" b="0" i="0" u="none">
                <a:solidFill>
                  <a:srgbClr val="262626"/>
                </a:solidFill>
                <a:latin typeface="Bookman Old Style"/>
                <a:ea typeface="Bookman Old Style"/>
                <a:cs typeface="Bookman Old Style"/>
                <a:sym typeface="Bookman Old Style"/>
              </a:rPr>
              <a:t>(</a:t>
            </a:r>
            <a:r>
              <a:rPr lang="en-US" sz="1800" b="0" i="1" u="none">
                <a:solidFill>
                  <a:srgbClr val="262626"/>
                </a:solidFill>
                <a:latin typeface="Bookman Old Style"/>
                <a:ea typeface="Bookman Old Style"/>
                <a:cs typeface="Bookman Old Style"/>
                <a:sym typeface="Bookman Old Style"/>
              </a:rPr>
              <a:t>n</a:t>
            </a:r>
            <a:r>
              <a:rPr lang="en-US" sz="1800" b="0" i="0" u="none">
                <a:solidFill>
                  <a:srgbClr val="262626"/>
                </a:solidFill>
                <a:latin typeface="Bookman Old Style"/>
                <a:ea typeface="Bookman Old Style"/>
                <a:cs typeface="Bookman Old Style"/>
                <a:sym typeface="Bookman Old Style"/>
              </a:rPr>
              <a:t>/2),   M(1) = 1</a:t>
            </a:r>
            <a:endParaRPr/>
          </a:p>
          <a:p>
            <a:pPr marL="0" lvl="0" indent="0" algn="l" rtl="0">
              <a:lnSpc>
                <a:spcPct val="10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
            </a:r>
            <a:br>
              <a:rPr lang="en-US" sz="1800" b="0" i="0" u="none">
                <a:solidFill>
                  <a:srgbClr val="262626"/>
                </a:solidFill>
                <a:latin typeface="Bookman Old Style"/>
                <a:ea typeface="Bookman Old Style"/>
                <a:cs typeface="Bookman Old Style"/>
                <a:sym typeface="Bookman Old Style"/>
              </a:rPr>
            </a:br>
            <a:r>
              <a:rPr lang="en-US" sz="1800" b="0" i="0" u="none">
                <a:solidFill>
                  <a:srgbClr val="262626"/>
                </a:solidFill>
                <a:latin typeface="Bookman Old Style"/>
                <a:ea typeface="Bookman Old Style"/>
                <a:cs typeface="Bookman Old Style"/>
                <a:sym typeface="Bookman Old Style"/>
              </a:rPr>
              <a:t>Solution: M(</a:t>
            </a:r>
            <a:r>
              <a:rPr lang="en-US" sz="1800" b="0" i="1" u="none">
                <a:solidFill>
                  <a:srgbClr val="262626"/>
                </a:solidFill>
                <a:latin typeface="Bookman Old Style"/>
                <a:ea typeface="Bookman Old Style"/>
                <a:cs typeface="Bookman Old Style"/>
                <a:sym typeface="Bookman Old Style"/>
              </a:rPr>
              <a:t>n</a:t>
            </a:r>
            <a:r>
              <a:rPr lang="en-US" sz="1800" b="0" i="0" u="none">
                <a:solidFill>
                  <a:srgbClr val="262626"/>
                </a:solidFill>
                <a:latin typeface="Bookman Old Style"/>
                <a:ea typeface="Bookman Old Style"/>
                <a:cs typeface="Bookman Old Style"/>
                <a:sym typeface="Bookman Old Style"/>
              </a:rPr>
              <a:t>) = 3</a:t>
            </a:r>
            <a:r>
              <a:rPr lang="en-US" sz="2000" b="0" i="0" u="none" baseline="30000">
                <a:solidFill>
                  <a:srgbClr val="262626"/>
                </a:solidFill>
                <a:latin typeface="Bookman Old Style"/>
                <a:ea typeface="Bookman Old Style"/>
                <a:cs typeface="Bookman Old Style"/>
                <a:sym typeface="Bookman Old Style"/>
              </a:rPr>
              <a:t>log </a:t>
            </a:r>
            <a:r>
              <a:rPr lang="en-US" sz="1800" b="0" i="0" u="none" baseline="30000">
                <a:solidFill>
                  <a:srgbClr val="262626"/>
                </a:solidFill>
                <a:latin typeface="Bookman Old Style"/>
                <a:ea typeface="Bookman Old Style"/>
                <a:cs typeface="Bookman Old Style"/>
                <a:sym typeface="Bookman Old Style"/>
              </a:rPr>
              <a:t>2</a:t>
            </a:r>
            <a:r>
              <a:rPr lang="en-US" sz="2000" b="0" i="1" u="none" baseline="30000">
                <a:solidFill>
                  <a:srgbClr val="262626"/>
                </a:solidFill>
                <a:latin typeface="Bookman Old Style"/>
                <a:ea typeface="Bookman Old Style"/>
                <a:cs typeface="Bookman Old Style"/>
                <a:sym typeface="Bookman Old Style"/>
              </a:rPr>
              <a:t>n</a:t>
            </a:r>
            <a:r>
              <a:rPr lang="en-US" sz="1800" b="0" i="0" u="none" baseline="30000">
                <a:solidFill>
                  <a:srgbClr val="262626"/>
                </a:solidFill>
                <a:latin typeface="Bookman Old Style"/>
                <a:ea typeface="Bookman Old Style"/>
                <a:cs typeface="Bookman Old Style"/>
                <a:sym typeface="Bookman Old Style"/>
              </a:rPr>
              <a:t> </a:t>
            </a:r>
            <a:r>
              <a:rPr lang="en-US" sz="1800" b="0" i="0" u="none">
                <a:solidFill>
                  <a:srgbClr val="262626"/>
                </a:solidFill>
                <a:latin typeface="Bookman Old Style"/>
                <a:ea typeface="Bookman Old Style"/>
                <a:cs typeface="Bookman Old Style"/>
                <a:sym typeface="Bookman Old Style"/>
              </a:rPr>
              <a:t>= </a:t>
            </a:r>
            <a:r>
              <a:rPr lang="en-US" sz="1800" b="0" i="1" u="none">
                <a:solidFill>
                  <a:srgbClr val="262626"/>
                </a:solidFill>
                <a:latin typeface="Bookman Old Style"/>
                <a:ea typeface="Bookman Old Style"/>
                <a:cs typeface="Bookman Old Style"/>
                <a:sym typeface="Bookman Old Style"/>
              </a:rPr>
              <a:t>n</a:t>
            </a:r>
            <a:r>
              <a:rPr lang="en-US" sz="2000" b="0" i="0" u="none" baseline="30000">
                <a:solidFill>
                  <a:srgbClr val="262626"/>
                </a:solidFill>
                <a:latin typeface="Bookman Old Style"/>
                <a:ea typeface="Bookman Old Style"/>
                <a:cs typeface="Bookman Old Style"/>
                <a:sym typeface="Bookman Old Style"/>
              </a:rPr>
              <a:t>log</a:t>
            </a:r>
            <a:r>
              <a:rPr lang="en-US" sz="1800" b="0" i="0" u="none" baseline="30000">
                <a:solidFill>
                  <a:srgbClr val="262626"/>
                </a:solidFill>
                <a:latin typeface="Bookman Old Style"/>
                <a:ea typeface="Bookman Old Style"/>
                <a:cs typeface="Bookman Old Style"/>
                <a:sym typeface="Bookman Old Style"/>
              </a:rPr>
              <a:t> 2</a:t>
            </a:r>
            <a:r>
              <a:rPr lang="en-US" sz="2000" b="0" i="0" u="none" baseline="30000">
                <a:solidFill>
                  <a:srgbClr val="262626"/>
                </a:solidFill>
                <a:latin typeface="Bookman Old Style"/>
                <a:ea typeface="Bookman Old Style"/>
                <a:cs typeface="Bookman Old Style"/>
                <a:sym typeface="Bookman Old Style"/>
              </a:rPr>
              <a:t>3</a:t>
            </a:r>
            <a:r>
              <a:rPr lang="en-US" sz="1800" b="0" i="0" u="none" baseline="30000">
                <a:solidFill>
                  <a:srgbClr val="262626"/>
                </a:solidFill>
                <a:latin typeface="Bookman Old Style"/>
                <a:ea typeface="Bookman Old Style"/>
                <a:cs typeface="Bookman Old Style"/>
                <a:sym typeface="Bookman Old Style"/>
              </a:rPr>
              <a:t> </a:t>
            </a:r>
            <a:r>
              <a:rPr lang="en-US" sz="1800" b="0" i="0" u="none">
                <a:solidFill>
                  <a:srgbClr val="262626"/>
                </a:solidFill>
                <a:latin typeface="Bookman Old Style"/>
                <a:ea typeface="Bookman Old Style"/>
                <a:cs typeface="Bookman Old Style"/>
                <a:sym typeface="Bookman Old Style"/>
              </a:rPr>
              <a:t>≈ </a:t>
            </a:r>
            <a:r>
              <a:rPr lang="en-US" sz="1800" b="0" i="1" u="none">
                <a:solidFill>
                  <a:srgbClr val="262626"/>
                </a:solidFill>
                <a:latin typeface="Bookman Old Style"/>
                <a:ea typeface="Bookman Old Style"/>
                <a:cs typeface="Bookman Old Style"/>
                <a:sym typeface="Bookman Old Style"/>
              </a:rPr>
              <a:t>n</a:t>
            </a:r>
            <a:r>
              <a:rPr lang="en-US" sz="1800" b="0" i="0" u="none" baseline="30000">
                <a:solidFill>
                  <a:srgbClr val="262626"/>
                </a:solidFill>
                <a:latin typeface="Bookman Old Style"/>
                <a:ea typeface="Bookman Old Style"/>
                <a:cs typeface="Bookman Old Style"/>
                <a:sym typeface="Bookman Old Style"/>
              </a:rPr>
              <a:t>1.585 </a:t>
            </a:r>
            <a:endParaRPr/>
          </a:p>
          <a:p>
            <a:pPr marL="457200" lvl="0" indent="-228600" algn="l" rtl="0">
              <a:lnSpc>
                <a:spcPct val="100000"/>
              </a:lnSpc>
              <a:spcBef>
                <a:spcPts val="1000"/>
              </a:spcBef>
              <a:spcAft>
                <a:spcPts val="0"/>
              </a:spcAft>
              <a:buSzPts val="1800"/>
              <a:buNone/>
            </a:pPr>
            <a:endParaRPr sz="1800" b="0" i="0" u="none" baseline="30000">
              <a:solidFill>
                <a:srgbClr val="262626"/>
              </a:solidFill>
              <a:latin typeface="Bookman Old Style"/>
              <a:ea typeface="Bookman Old Style"/>
              <a:cs typeface="Bookman Old Style"/>
              <a:sym typeface="Bookman Old Style"/>
            </a:endParaRPr>
          </a:p>
        </p:txBody>
      </p:sp>
      <p:sp>
        <p:nvSpPr>
          <p:cNvPr id="329" name="Google Shape;329;p23"/>
          <p:cNvSpPr/>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marR="0" lvl="0" indent="0" algn="ctr" rtl="0">
              <a:lnSpc>
                <a:spcPct val="100000"/>
              </a:lnSpc>
              <a:spcBef>
                <a:spcPts val="0"/>
              </a:spcBef>
              <a:spcAft>
                <a:spcPts val="0"/>
              </a:spcAft>
              <a:buClr>
                <a:srgbClr val="FFFFFF"/>
              </a:buClr>
              <a:buSzPts val="1100"/>
              <a:buFont typeface="Bookman Old Style"/>
              <a:buNone/>
            </a:pPr>
            <a:fld id="{00000000-1234-1234-1234-123412341234}" type="slidenum">
              <a:rPr lang="en-US" sz="1100" b="0" i="0" u="none" strike="noStrike" cap="none">
                <a:solidFill>
                  <a:srgbClr val="FFFFFF"/>
                </a:solidFill>
                <a:latin typeface="Bookman Old Style"/>
                <a:ea typeface="Bookman Old Style"/>
                <a:cs typeface="Bookman Old Style"/>
                <a:sym typeface="Bookman Old Style"/>
              </a:rPr>
              <a:t>23</a:t>
            </a:fld>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24"/>
          <p:cNvSpPr txBox="1">
            <a:spLocks noGrp="1"/>
          </p:cNvSpPr>
          <p:nvPr>
            <p:ph type="title"/>
          </p:nvPr>
        </p:nvSpPr>
        <p:spPr>
          <a:xfrm>
            <a:off x="1219200" y="762000"/>
            <a:ext cx="9525000" cy="1189037"/>
          </a:xfrm>
          <a:prstGeom prst="rect">
            <a:avLst/>
          </a:prstGeom>
          <a:solidFill>
            <a:srgbClr val="FFFFFF"/>
          </a:solidFill>
          <a:ln>
            <a:noFill/>
          </a:ln>
        </p:spPr>
        <p:txBody>
          <a:bodyPr spcFirstLastPara="1" wrap="square" lIns="182875" tIns="182875" rIns="182875" bIns="182875" anchor="ctr" anchorCtr="0">
            <a:noAutofit/>
          </a:bodyPr>
          <a:lstStyle/>
          <a:p>
            <a:pPr marL="457200" lvl="0" indent="0" algn="ctr" rtl="0">
              <a:lnSpc>
                <a:spcPct val="100000"/>
              </a:lnSpc>
              <a:spcBef>
                <a:spcPts val="0"/>
              </a:spcBef>
              <a:spcAft>
                <a:spcPts val="0"/>
              </a:spcAft>
              <a:buSzPts val="1800"/>
              <a:buNone/>
            </a:pPr>
            <a:r>
              <a:rPr lang="en-US" sz="2800" b="1" i="0" u="none">
                <a:solidFill>
                  <a:srgbClr val="262626"/>
                </a:solidFill>
                <a:latin typeface="Bookman Old Style"/>
                <a:ea typeface="Bookman Old Style"/>
                <a:cs typeface="Bookman Old Style"/>
                <a:sym typeface="Bookman Old Style"/>
              </a:rPr>
              <a:t>Strassen’s Matrix Multiplication</a:t>
            </a:r>
            <a:endParaRPr/>
          </a:p>
        </p:txBody>
      </p:sp>
      <p:sp>
        <p:nvSpPr>
          <p:cNvPr id="335" name="Google Shape;335;p24"/>
          <p:cNvSpPr txBox="1">
            <a:spLocks noGrp="1"/>
          </p:cNvSpPr>
          <p:nvPr>
            <p:ph type="body" idx="1"/>
          </p:nvPr>
        </p:nvSpPr>
        <p:spPr>
          <a:xfrm>
            <a:off x="1295400" y="1981200"/>
            <a:ext cx="9601200" cy="4237037"/>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Strassen observed [1969] that  the product of two matrices can be computed as follows:</a:t>
            </a:r>
            <a:endParaRPr/>
          </a:p>
          <a:p>
            <a:pPr marL="457200" lvl="0" indent="-342900" algn="l" rtl="0">
              <a:lnSpc>
                <a:spcPct val="100000"/>
              </a:lnSpc>
              <a:spcBef>
                <a:spcPts val="1000"/>
              </a:spcBef>
              <a:spcAft>
                <a:spcPts val="0"/>
              </a:spcAft>
              <a:buSzPts val="1800"/>
              <a:buNone/>
            </a:pPr>
            <a:endParaRPr sz="1800" b="0" i="0" u="none">
              <a:solidFill>
                <a:srgbClr val="262626"/>
              </a:solidFill>
              <a:latin typeface="Bookman Old Style"/>
              <a:ea typeface="Bookman Old Style"/>
              <a:cs typeface="Bookman Old Style"/>
              <a:sym typeface="Bookman Old Style"/>
            </a:endParaRPr>
          </a:p>
          <a:p>
            <a:pPr marL="457200" lvl="0" indent="-330200" algn="l" rtl="0">
              <a:lnSpc>
                <a:spcPct val="100000"/>
              </a:lnSpc>
              <a:spcBef>
                <a:spcPts val="1000"/>
              </a:spcBef>
              <a:spcAft>
                <a:spcPts val="0"/>
              </a:spcAft>
              <a:buClr>
                <a:schemeClr val="accent2"/>
              </a:buClr>
              <a:buSzPts val="200"/>
              <a:buFont typeface="Arial"/>
              <a:buNone/>
            </a:pPr>
            <a:endParaRPr sz="2000" b="0" i="0" u="none">
              <a:solidFill>
                <a:srgbClr val="262626"/>
              </a:solidFill>
              <a:latin typeface="Bookman Old Style"/>
              <a:ea typeface="Bookman Old Style"/>
              <a:cs typeface="Bookman Old Style"/>
              <a:sym typeface="Bookman Old Style"/>
            </a:endParaRPr>
          </a:p>
          <a:p>
            <a:pPr marL="457200" lvl="0" indent="-330200" algn="l" rtl="0">
              <a:lnSpc>
                <a:spcPct val="100000"/>
              </a:lnSpc>
              <a:spcBef>
                <a:spcPts val="1000"/>
              </a:spcBef>
              <a:spcAft>
                <a:spcPts val="0"/>
              </a:spcAft>
              <a:buClr>
                <a:schemeClr val="accent2"/>
              </a:buClr>
              <a:buSzPts val="200"/>
              <a:buFont typeface="Arial"/>
              <a:buNone/>
            </a:pPr>
            <a:endParaRPr sz="2000" b="0" i="0" u="none">
              <a:solidFill>
                <a:srgbClr val="262626"/>
              </a:solidFill>
              <a:latin typeface="Bookman Old Style"/>
              <a:ea typeface="Bookman Old Style"/>
              <a:cs typeface="Bookman Old Style"/>
              <a:sym typeface="Bookman Old Style"/>
            </a:endParaRPr>
          </a:p>
          <a:p>
            <a:pPr marL="457200" lvl="0" indent="-330200" algn="l" rtl="0">
              <a:lnSpc>
                <a:spcPct val="100000"/>
              </a:lnSpc>
              <a:spcBef>
                <a:spcPts val="1000"/>
              </a:spcBef>
              <a:spcAft>
                <a:spcPts val="0"/>
              </a:spcAft>
              <a:buClr>
                <a:schemeClr val="accent2"/>
              </a:buClr>
              <a:buSzPts val="200"/>
              <a:buFont typeface="Arial"/>
              <a:buNone/>
            </a:pPr>
            <a:endParaRPr sz="2000" b="0" i="0" u="none">
              <a:solidFill>
                <a:srgbClr val="262626"/>
              </a:solidFill>
              <a:latin typeface="Bookman Old Style"/>
              <a:ea typeface="Bookman Old Style"/>
              <a:cs typeface="Bookman Old Style"/>
              <a:sym typeface="Bookman Old Style"/>
            </a:endParaRPr>
          </a:p>
          <a:p>
            <a:pPr marL="457200" lvl="0" indent="-330200" algn="l" rtl="0">
              <a:lnSpc>
                <a:spcPct val="100000"/>
              </a:lnSpc>
              <a:spcBef>
                <a:spcPts val="1000"/>
              </a:spcBef>
              <a:spcAft>
                <a:spcPts val="0"/>
              </a:spcAft>
              <a:buClr>
                <a:schemeClr val="accent2"/>
              </a:buClr>
              <a:buSzPts val="200"/>
              <a:buFont typeface="Arial"/>
              <a:buNone/>
            </a:pPr>
            <a:endParaRPr sz="2000" b="0" i="0" u="none">
              <a:solidFill>
                <a:srgbClr val="262626"/>
              </a:solidFill>
              <a:latin typeface="Bookman Old Style"/>
              <a:ea typeface="Bookman Old Style"/>
              <a:cs typeface="Bookman Old Style"/>
              <a:sym typeface="Bookman Old Style"/>
            </a:endParaRPr>
          </a:p>
          <a:p>
            <a:pPr marL="457200" lvl="0" indent="-342900" algn="l" rtl="0">
              <a:lnSpc>
                <a:spcPct val="100000"/>
              </a:lnSpc>
              <a:spcBef>
                <a:spcPts val="1000"/>
              </a:spcBef>
              <a:spcAft>
                <a:spcPts val="0"/>
              </a:spcAft>
              <a:buClr>
                <a:schemeClr val="accent2"/>
              </a:buClr>
              <a:buSzPts val="200"/>
              <a:buFont typeface="Arial"/>
              <a:buChar char="•"/>
            </a:pPr>
            <a:r>
              <a:rPr lang="en-US" sz="2000" b="0" i="0" u="none">
                <a:solidFill>
                  <a:srgbClr val="262626"/>
                </a:solidFill>
                <a:latin typeface="Bookman Old Style"/>
                <a:ea typeface="Bookman Old Style"/>
                <a:cs typeface="Bookman Old Style"/>
                <a:sym typeface="Bookman Old Style"/>
              </a:rPr>
              <a:t>Example: M</a:t>
            </a:r>
            <a:r>
              <a:rPr lang="en-US" sz="2000" b="0" i="0" u="none" baseline="-25000">
                <a:solidFill>
                  <a:srgbClr val="262626"/>
                </a:solidFill>
                <a:latin typeface="Bookman Old Style"/>
                <a:ea typeface="Bookman Old Style"/>
                <a:cs typeface="Bookman Old Style"/>
                <a:sym typeface="Bookman Old Style"/>
              </a:rPr>
              <a:t>2</a:t>
            </a:r>
            <a:r>
              <a:rPr lang="en-US" sz="2000" b="0" i="0" u="none">
                <a:solidFill>
                  <a:srgbClr val="262626"/>
                </a:solidFill>
                <a:latin typeface="Bookman Old Style"/>
                <a:ea typeface="Bookman Old Style"/>
                <a:cs typeface="Bookman Old Style"/>
                <a:sym typeface="Bookman Old Style"/>
              </a:rPr>
              <a:t> + M</a:t>
            </a:r>
            <a:r>
              <a:rPr lang="en-US" sz="2000" b="0" i="0" u="none" baseline="-25000">
                <a:solidFill>
                  <a:srgbClr val="262626"/>
                </a:solidFill>
                <a:latin typeface="Bookman Old Style"/>
                <a:ea typeface="Bookman Old Style"/>
                <a:cs typeface="Bookman Old Style"/>
                <a:sym typeface="Bookman Old Style"/>
              </a:rPr>
              <a:t>4</a:t>
            </a:r>
            <a:r>
              <a:rPr lang="en-US" sz="2000" b="0" i="0" u="none">
                <a:solidFill>
                  <a:srgbClr val="262626"/>
                </a:solidFill>
                <a:latin typeface="Bookman Old Style"/>
                <a:ea typeface="Bookman Old Style"/>
                <a:cs typeface="Bookman Old Style"/>
                <a:sym typeface="Bookman Old Style"/>
              </a:rPr>
              <a:t> = (A</a:t>
            </a:r>
            <a:r>
              <a:rPr lang="en-US" sz="2000" b="0" i="0" u="none" baseline="-25000">
                <a:solidFill>
                  <a:srgbClr val="262626"/>
                </a:solidFill>
                <a:latin typeface="Bookman Old Style"/>
                <a:ea typeface="Bookman Old Style"/>
                <a:cs typeface="Bookman Old Style"/>
                <a:sym typeface="Bookman Old Style"/>
              </a:rPr>
              <a:t>10</a:t>
            </a:r>
            <a:r>
              <a:rPr lang="en-US" sz="2000" b="0" i="0" u="none">
                <a:solidFill>
                  <a:srgbClr val="262626"/>
                </a:solidFill>
                <a:latin typeface="Bookman Old Style"/>
                <a:ea typeface="Bookman Old Style"/>
                <a:cs typeface="Bookman Old Style"/>
                <a:sym typeface="Bookman Old Style"/>
              </a:rPr>
              <a:t> + A</a:t>
            </a:r>
            <a:r>
              <a:rPr lang="en-US" sz="2000" b="0" i="0" u="none" baseline="-25000">
                <a:solidFill>
                  <a:srgbClr val="262626"/>
                </a:solidFill>
                <a:latin typeface="Bookman Old Style"/>
                <a:ea typeface="Bookman Old Style"/>
                <a:cs typeface="Bookman Old Style"/>
                <a:sym typeface="Bookman Old Style"/>
              </a:rPr>
              <a:t>11</a:t>
            </a:r>
            <a:r>
              <a:rPr lang="en-US" sz="2000" b="0" i="0" u="none">
                <a:solidFill>
                  <a:srgbClr val="262626"/>
                </a:solidFill>
                <a:latin typeface="Bookman Old Style"/>
                <a:ea typeface="Bookman Old Style"/>
                <a:cs typeface="Bookman Old Style"/>
                <a:sym typeface="Bookman Old Style"/>
              </a:rPr>
              <a:t>) * B</a:t>
            </a:r>
            <a:r>
              <a:rPr lang="en-US" sz="2000" b="0" i="0" u="none" baseline="-25000">
                <a:solidFill>
                  <a:srgbClr val="262626"/>
                </a:solidFill>
                <a:latin typeface="Bookman Old Style"/>
                <a:ea typeface="Bookman Old Style"/>
                <a:cs typeface="Bookman Old Style"/>
                <a:sym typeface="Bookman Old Style"/>
              </a:rPr>
              <a:t>00  </a:t>
            </a:r>
            <a:r>
              <a:rPr lang="en-US" sz="2000" b="0" i="0" u="none">
                <a:solidFill>
                  <a:srgbClr val="262626"/>
                </a:solidFill>
                <a:latin typeface="Bookman Old Style"/>
                <a:ea typeface="Bookman Old Style"/>
                <a:cs typeface="Bookman Old Style"/>
                <a:sym typeface="Bookman Old Style"/>
              </a:rPr>
              <a:t>+ A</a:t>
            </a:r>
            <a:r>
              <a:rPr lang="en-US" sz="2000" b="0" i="0" u="none" baseline="-25000">
                <a:solidFill>
                  <a:srgbClr val="262626"/>
                </a:solidFill>
                <a:latin typeface="Bookman Old Style"/>
                <a:ea typeface="Bookman Old Style"/>
                <a:cs typeface="Bookman Old Style"/>
                <a:sym typeface="Bookman Old Style"/>
              </a:rPr>
              <a:t>11</a:t>
            </a:r>
            <a:r>
              <a:rPr lang="en-US" sz="2000" b="0" i="0" u="none">
                <a:solidFill>
                  <a:srgbClr val="262626"/>
                </a:solidFill>
                <a:latin typeface="Bookman Old Style"/>
                <a:ea typeface="Bookman Old Style"/>
                <a:cs typeface="Bookman Old Style"/>
                <a:sym typeface="Bookman Old Style"/>
              </a:rPr>
              <a:t> * (B</a:t>
            </a:r>
            <a:r>
              <a:rPr lang="en-US" sz="2000" b="0" i="0" u="none" baseline="-25000">
                <a:solidFill>
                  <a:srgbClr val="262626"/>
                </a:solidFill>
                <a:latin typeface="Bookman Old Style"/>
                <a:ea typeface="Bookman Old Style"/>
                <a:cs typeface="Bookman Old Style"/>
                <a:sym typeface="Bookman Old Style"/>
              </a:rPr>
              <a:t>10</a:t>
            </a:r>
            <a:r>
              <a:rPr lang="en-US" sz="2000" b="0" i="0" u="none">
                <a:solidFill>
                  <a:srgbClr val="262626"/>
                </a:solidFill>
                <a:latin typeface="Bookman Old Style"/>
                <a:ea typeface="Bookman Old Style"/>
                <a:cs typeface="Bookman Old Style"/>
                <a:sym typeface="Bookman Old Style"/>
              </a:rPr>
              <a:t> - B</a:t>
            </a:r>
            <a:r>
              <a:rPr lang="en-US" sz="2000" b="0" i="0" u="none" baseline="-25000">
                <a:solidFill>
                  <a:srgbClr val="262626"/>
                </a:solidFill>
                <a:latin typeface="Bookman Old Style"/>
                <a:ea typeface="Bookman Old Style"/>
                <a:cs typeface="Bookman Old Style"/>
                <a:sym typeface="Bookman Old Style"/>
              </a:rPr>
              <a:t>00</a:t>
            </a:r>
            <a:r>
              <a:rPr lang="en-US" sz="2000" b="0" i="0" u="none">
                <a:solidFill>
                  <a:srgbClr val="262626"/>
                </a:solidFill>
                <a:latin typeface="Bookman Old Style"/>
                <a:ea typeface="Bookman Old Style"/>
                <a:cs typeface="Bookman Old Style"/>
                <a:sym typeface="Bookman Old Style"/>
              </a:rPr>
              <a:t>) </a:t>
            </a:r>
            <a:endParaRPr/>
          </a:p>
          <a:p>
            <a:pPr marL="457200" lvl="0" indent="-342900" algn="l" rtl="0">
              <a:lnSpc>
                <a:spcPct val="100000"/>
              </a:lnSpc>
              <a:spcBef>
                <a:spcPts val="1000"/>
              </a:spcBef>
              <a:spcAft>
                <a:spcPts val="0"/>
              </a:spcAft>
              <a:buClr>
                <a:schemeClr val="accent2"/>
              </a:buClr>
              <a:buSzPts val="200"/>
              <a:buFont typeface="Arial"/>
              <a:buChar char="•"/>
            </a:pPr>
            <a:r>
              <a:rPr lang="en-US" sz="2000" b="0" i="0" u="none">
                <a:solidFill>
                  <a:srgbClr val="262626"/>
                </a:solidFill>
                <a:latin typeface="Bookman Old Style"/>
                <a:ea typeface="Bookman Old Style"/>
                <a:cs typeface="Bookman Old Style"/>
                <a:sym typeface="Bookman Old Style"/>
              </a:rPr>
              <a:t>                                  = A</a:t>
            </a:r>
            <a:r>
              <a:rPr lang="en-US" sz="2000" b="0" i="0" u="none" baseline="-25000">
                <a:solidFill>
                  <a:srgbClr val="262626"/>
                </a:solidFill>
                <a:latin typeface="Bookman Old Style"/>
                <a:ea typeface="Bookman Old Style"/>
                <a:cs typeface="Bookman Old Style"/>
                <a:sym typeface="Bookman Old Style"/>
              </a:rPr>
              <a:t>10</a:t>
            </a:r>
            <a:r>
              <a:rPr lang="en-US" sz="2000" b="0" i="0" u="none">
                <a:solidFill>
                  <a:srgbClr val="262626"/>
                </a:solidFill>
                <a:latin typeface="Bookman Old Style"/>
                <a:ea typeface="Bookman Old Style"/>
                <a:cs typeface="Bookman Old Style"/>
                <a:sym typeface="Bookman Old Style"/>
              </a:rPr>
              <a:t>B</a:t>
            </a:r>
            <a:r>
              <a:rPr lang="en-US" sz="2000" b="0" i="0" u="none" baseline="-25000">
                <a:solidFill>
                  <a:srgbClr val="262626"/>
                </a:solidFill>
                <a:latin typeface="Bookman Old Style"/>
                <a:ea typeface="Bookman Old Style"/>
                <a:cs typeface="Bookman Old Style"/>
                <a:sym typeface="Bookman Old Style"/>
              </a:rPr>
              <a:t>00</a:t>
            </a:r>
            <a:r>
              <a:rPr lang="en-US" sz="2000" b="0" i="0" u="none">
                <a:solidFill>
                  <a:srgbClr val="262626"/>
                </a:solidFill>
                <a:latin typeface="Bookman Old Style"/>
                <a:ea typeface="Bookman Old Style"/>
                <a:cs typeface="Bookman Old Style"/>
                <a:sym typeface="Bookman Old Style"/>
              </a:rPr>
              <a:t> + A</a:t>
            </a:r>
            <a:r>
              <a:rPr lang="en-US" sz="2000" b="0" i="0" u="none" baseline="-25000">
                <a:solidFill>
                  <a:srgbClr val="262626"/>
                </a:solidFill>
                <a:latin typeface="Bookman Old Style"/>
                <a:ea typeface="Bookman Old Style"/>
                <a:cs typeface="Bookman Old Style"/>
                <a:sym typeface="Bookman Old Style"/>
              </a:rPr>
              <a:t>11</a:t>
            </a:r>
            <a:r>
              <a:rPr lang="en-US" sz="2000" b="0" i="0" u="none">
                <a:solidFill>
                  <a:srgbClr val="262626"/>
                </a:solidFill>
                <a:latin typeface="Bookman Old Style"/>
                <a:ea typeface="Bookman Old Style"/>
                <a:cs typeface="Bookman Old Style"/>
                <a:sym typeface="Bookman Old Style"/>
              </a:rPr>
              <a:t>B</a:t>
            </a:r>
            <a:r>
              <a:rPr lang="en-US" sz="2000" b="0" i="0" u="none" baseline="-25000">
                <a:solidFill>
                  <a:srgbClr val="262626"/>
                </a:solidFill>
                <a:latin typeface="Bookman Old Style"/>
                <a:ea typeface="Bookman Old Style"/>
                <a:cs typeface="Bookman Old Style"/>
                <a:sym typeface="Bookman Old Style"/>
              </a:rPr>
              <a:t>10</a:t>
            </a:r>
            <a:endParaRPr/>
          </a:p>
          <a:p>
            <a:pPr marL="457200" lvl="0" indent="-228600" algn="l" rtl="0">
              <a:lnSpc>
                <a:spcPct val="100000"/>
              </a:lnSpc>
              <a:spcBef>
                <a:spcPts val="1000"/>
              </a:spcBef>
              <a:spcAft>
                <a:spcPts val="0"/>
              </a:spcAft>
              <a:buSzPts val="1800"/>
              <a:buNone/>
            </a:pPr>
            <a:endParaRPr sz="2000" b="0" i="0" u="none" baseline="-25000">
              <a:solidFill>
                <a:srgbClr val="262626"/>
              </a:solidFill>
              <a:latin typeface="Bookman Old Style"/>
              <a:ea typeface="Bookman Old Style"/>
              <a:cs typeface="Bookman Old Style"/>
              <a:sym typeface="Bookman Old Style"/>
            </a:endParaRPr>
          </a:p>
        </p:txBody>
      </p:sp>
      <p:sp>
        <p:nvSpPr>
          <p:cNvPr id="336" name="Google Shape;336;p24"/>
          <p:cNvSpPr/>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marR="0" lvl="0" indent="0" algn="ctr" rtl="0">
              <a:lnSpc>
                <a:spcPct val="100000"/>
              </a:lnSpc>
              <a:spcBef>
                <a:spcPts val="0"/>
              </a:spcBef>
              <a:spcAft>
                <a:spcPts val="0"/>
              </a:spcAft>
              <a:buClr>
                <a:srgbClr val="FFFFFF"/>
              </a:buClr>
              <a:buSzPts val="1100"/>
              <a:buFont typeface="Bookman Old Style"/>
              <a:buNone/>
            </a:pPr>
            <a:fld id="{00000000-1234-1234-1234-123412341234}" type="slidenum">
              <a:rPr lang="en-US" sz="1100" b="0" i="0" u="none" strike="noStrike" cap="none">
                <a:solidFill>
                  <a:srgbClr val="FFFFFF"/>
                </a:solidFill>
                <a:latin typeface="Bookman Old Style"/>
                <a:ea typeface="Bookman Old Style"/>
                <a:cs typeface="Bookman Old Style"/>
                <a:sym typeface="Bookman Old Style"/>
              </a:rPr>
              <a:t>24</a:t>
            </a:fld>
            <a:endParaRPr sz="1400" b="0" i="0" u="none" strike="noStrike" cap="none">
              <a:solidFill>
                <a:srgbClr val="000000"/>
              </a:solidFill>
              <a:latin typeface="Arial"/>
              <a:ea typeface="Arial"/>
              <a:cs typeface="Arial"/>
              <a:sym typeface="Arial"/>
            </a:endParaRPr>
          </a:p>
        </p:txBody>
      </p:sp>
      <p:pic>
        <p:nvPicPr>
          <p:cNvPr id="337" name="Google Shape;337;p24"/>
          <p:cNvPicPr preferRelativeResize="0"/>
          <p:nvPr/>
        </p:nvPicPr>
        <p:blipFill rotWithShape="1">
          <a:blip r:embed="rId3">
            <a:alphaModFix/>
          </a:blip>
          <a:srcRect/>
          <a:stretch/>
        </p:blipFill>
        <p:spPr>
          <a:xfrm>
            <a:off x="2286000" y="2819400"/>
            <a:ext cx="6477000" cy="212883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25"/>
          <p:cNvSpPr txBox="1">
            <a:spLocks noGrp="1"/>
          </p:cNvSpPr>
          <p:nvPr>
            <p:ph type="title"/>
          </p:nvPr>
        </p:nvSpPr>
        <p:spPr>
          <a:xfrm>
            <a:off x="1219200" y="762000"/>
            <a:ext cx="9525000" cy="1189037"/>
          </a:xfrm>
          <a:prstGeom prst="rect">
            <a:avLst/>
          </a:prstGeom>
          <a:solidFill>
            <a:srgbClr val="FFFFFF"/>
          </a:solidFill>
          <a:ln>
            <a:noFill/>
          </a:ln>
        </p:spPr>
        <p:txBody>
          <a:bodyPr spcFirstLastPara="1" wrap="square" lIns="182875" tIns="182875" rIns="182875" bIns="182875" anchor="ctr" anchorCtr="0">
            <a:noAutofit/>
          </a:bodyPr>
          <a:lstStyle/>
          <a:p>
            <a:pPr marL="457200" lvl="0" indent="0" algn="ctr" rtl="0">
              <a:lnSpc>
                <a:spcPct val="100000"/>
              </a:lnSpc>
              <a:spcBef>
                <a:spcPts val="0"/>
              </a:spcBef>
              <a:spcAft>
                <a:spcPts val="0"/>
              </a:spcAft>
              <a:buSzPts val="1800"/>
              <a:buNone/>
            </a:pPr>
            <a:r>
              <a:rPr lang="en-US" sz="2800" b="1" i="0" u="none">
                <a:solidFill>
                  <a:srgbClr val="262626"/>
                </a:solidFill>
                <a:latin typeface="Bookman Old Style"/>
                <a:ea typeface="Bookman Old Style"/>
                <a:cs typeface="Bookman Old Style"/>
                <a:sym typeface="Bookman Old Style"/>
              </a:rPr>
              <a:t>Formulas for Strassen’s Algorithm</a:t>
            </a:r>
            <a:endParaRPr/>
          </a:p>
        </p:txBody>
      </p:sp>
      <p:sp>
        <p:nvSpPr>
          <p:cNvPr id="343" name="Google Shape;343;p25"/>
          <p:cNvSpPr txBox="1">
            <a:spLocks noGrp="1"/>
          </p:cNvSpPr>
          <p:nvPr>
            <p:ph type="body" idx="1"/>
          </p:nvPr>
        </p:nvSpPr>
        <p:spPr>
          <a:xfrm>
            <a:off x="1295400" y="1981200"/>
            <a:ext cx="9601200" cy="4237037"/>
          </a:xfrm>
          <a:prstGeom prst="rect">
            <a:avLst/>
          </a:prstGeom>
          <a:noFill/>
          <a:ln>
            <a:noFill/>
          </a:ln>
        </p:spPr>
        <p:txBody>
          <a:bodyPr spcFirstLastPara="1" wrap="square" lIns="91425" tIns="45700" rIns="91425" bIns="45700" anchor="t" anchorCtr="0">
            <a:noAutofit/>
          </a:bodyPr>
          <a:lstStyle/>
          <a:p>
            <a:pPr marL="457200" lvl="0" indent="-342900" algn="l" rtl="0">
              <a:lnSpc>
                <a:spcPct val="15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M</a:t>
            </a:r>
            <a:r>
              <a:rPr lang="en-US" sz="1800" b="0" i="0" u="none" baseline="-25000">
                <a:solidFill>
                  <a:srgbClr val="262626"/>
                </a:solidFill>
                <a:latin typeface="Bookman Old Style"/>
                <a:ea typeface="Bookman Old Style"/>
                <a:cs typeface="Bookman Old Style"/>
                <a:sym typeface="Bookman Old Style"/>
              </a:rPr>
              <a:t>1</a:t>
            </a:r>
            <a:r>
              <a:rPr lang="en-US" sz="1800" b="0" i="0" u="none">
                <a:solidFill>
                  <a:srgbClr val="262626"/>
                </a:solidFill>
                <a:latin typeface="Bookman Old Style"/>
                <a:ea typeface="Bookman Old Style"/>
                <a:cs typeface="Bookman Old Style"/>
                <a:sym typeface="Bookman Old Style"/>
              </a:rPr>
              <a:t> = (A</a:t>
            </a:r>
            <a:r>
              <a:rPr lang="en-US" sz="1800" b="0" i="0" u="none" baseline="-25000">
                <a:solidFill>
                  <a:srgbClr val="262626"/>
                </a:solidFill>
                <a:latin typeface="Bookman Old Style"/>
                <a:ea typeface="Bookman Old Style"/>
                <a:cs typeface="Bookman Old Style"/>
                <a:sym typeface="Bookman Old Style"/>
              </a:rPr>
              <a:t>00</a:t>
            </a:r>
            <a:r>
              <a:rPr lang="en-US" sz="1800" b="0" i="0" u="none">
                <a:solidFill>
                  <a:srgbClr val="262626"/>
                </a:solidFill>
                <a:latin typeface="Bookman Old Style"/>
                <a:ea typeface="Bookman Old Style"/>
                <a:cs typeface="Bookman Old Style"/>
                <a:sym typeface="Bookman Old Style"/>
              </a:rPr>
              <a:t> + A</a:t>
            </a:r>
            <a:r>
              <a:rPr lang="en-US" sz="1800" b="0" i="0" u="none" baseline="-25000">
                <a:solidFill>
                  <a:srgbClr val="262626"/>
                </a:solidFill>
                <a:latin typeface="Bookman Old Style"/>
                <a:ea typeface="Bookman Old Style"/>
                <a:cs typeface="Bookman Old Style"/>
                <a:sym typeface="Bookman Old Style"/>
              </a:rPr>
              <a:t>11</a:t>
            </a:r>
            <a:r>
              <a:rPr lang="en-US" sz="1800" b="0" i="0" u="none">
                <a:solidFill>
                  <a:srgbClr val="262626"/>
                </a:solidFill>
                <a:latin typeface="Bookman Old Style"/>
                <a:ea typeface="Bookman Old Style"/>
                <a:cs typeface="Bookman Old Style"/>
                <a:sym typeface="Bookman Old Style"/>
              </a:rPr>
              <a:t>) * (B</a:t>
            </a:r>
            <a:r>
              <a:rPr lang="en-US" sz="1800" b="0" i="0" u="none" baseline="-25000">
                <a:solidFill>
                  <a:srgbClr val="262626"/>
                </a:solidFill>
                <a:latin typeface="Bookman Old Style"/>
                <a:ea typeface="Bookman Old Style"/>
                <a:cs typeface="Bookman Old Style"/>
                <a:sym typeface="Bookman Old Style"/>
              </a:rPr>
              <a:t>00</a:t>
            </a:r>
            <a:r>
              <a:rPr lang="en-US" sz="1800" b="0" i="0" u="none">
                <a:solidFill>
                  <a:srgbClr val="262626"/>
                </a:solidFill>
                <a:latin typeface="Bookman Old Style"/>
                <a:ea typeface="Bookman Old Style"/>
                <a:cs typeface="Bookman Old Style"/>
                <a:sym typeface="Bookman Old Style"/>
              </a:rPr>
              <a:t> + B</a:t>
            </a:r>
            <a:r>
              <a:rPr lang="en-US" sz="1800" b="0" i="0" u="none" baseline="-25000">
                <a:solidFill>
                  <a:srgbClr val="262626"/>
                </a:solidFill>
                <a:latin typeface="Bookman Old Style"/>
                <a:ea typeface="Bookman Old Style"/>
                <a:cs typeface="Bookman Old Style"/>
                <a:sym typeface="Bookman Old Style"/>
              </a:rPr>
              <a:t>11</a:t>
            </a:r>
            <a:r>
              <a:rPr lang="en-US" sz="1800" b="0" i="0" u="none">
                <a:solidFill>
                  <a:srgbClr val="262626"/>
                </a:solidFill>
                <a:latin typeface="Bookman Old Style"/>
                <a:ea typeface="Bookman Old Style"/>
                <a:cs typeface="Bookman Old Style"/>
                <a:sym typeface="Bookman Old Style"/>
              </a:rPr>
              <a:t>)</a:t>
            </a:r>
            <a:endParaRPr/>
          </a:p>
          <a:p>
            <a:pPr marL="457200" lvl="0" indent="-342900" algn="l" rtl="0">
              <a:lnSpc>
                <a:spcPct val="15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M</a:t>
            </a:r>
            <a:r>
              <a:rPr lang="en-US" sz="1800" b="0" i="0" u="none" baseline="-25000">
                <a:solidFill>
                  <a:srgbClr val="262626"/>
                </a:solidFill>
                <a:latin typeface="Bookman Old Style"/>
                <a:ea typeface="Bookman Old Style"/>
                <a:cs typeface="Bookman Old Style"/>
                <a:sym typeface="Bookman Old Style"/>
              </a:rPr>
              <a:t>2</a:t>
            </a:r>
            <a:r>
              <a:rPr lang="en-US" sz="1800" b="0" i="0" u="none">
                <a:solidFill>
                  <a:srgbClr val="262626"/>
                </a:solidFill>
                <a:latin typeface="Bookman Old Style"/>
                <a:ea typeface="Bookman Old Style"/>
                <a:cs typeface="Bookman Old Style"/>
                <a:sym typeface="Bookman Old Style"/>
              </a:rPr>
              <a:t> = (A</a:t>
            </a:r>
            <a:r>
              <a:rPr lang="en-US" sz="1800" b="0" i="0" u="none" baseline="-25000">
                <a:solidFill>
                  <a:srgbClr val="262626"/>
                </a:solidFill>
                <a:latin typeface="Bookman Old Style"/>
                <a:ea typeface="Bookman Old Style"/>
                <a:cs typeface="Bookman Old Style"/>
                <a:sym typeface="Bookman Old Style"/>
              </a:rPr>
              <a:t>10</a:t>
            </a:r>
            <a:r>
              <a:rPr lang="en-US" sz="1800" b="0" i="0" u="none">
                <a:solidFill>
                  <a:srgbClr val="262626"/>
                </a:solidFill>
                <a:latin typeface="Bookman Old Style"/>
                <a:ea typeface="Bookman Old Style"/>
                <a:cs typeface="Bookman Old Style"/>
                <a:sym typeface="Bookman Old Style"/>
              </a:rPr>
              <a:t> + A</a:t>
            </a:r>
            <a:r>
              <a:rPr lang="en-US" sz="1800" b="0" i="0" u="none" baseline="-25000">
                <a:solidFill>
                  <a:srgbClr val="262626"/>
                </a:solidFill>
                <a:latin typeface="Bookman Old Style"/>
                <a:ea typeface="Bookman Old Style"/>
                <a:cs typeface="Bookman Old Style"/>
                <a:sym typeface="Bookman Old Style"/>
              </a:rPr>
              <a:t>11</a:t>
            </a:r>
            <a:r>
              <a:rPr lang="en-US" sz="1800" b="0" i="0" u="none">
                <a:solidFill>
                  <a:srgbClr val="262626"/>
                </a:solidFill>
                <a:latin typeface="Bookman Old Style"/>
                <a:ea typeface="Bookman Old Style"/>
                <a:cs typeface="Bookman Old Style"/>
                <a:sym typeface="Bookman Old Style"/>
              </a:rPr>
              <a:t>) * B</a:t>
            </a:r>
            <a:r>
              <a:rPr lang="en-US" sz="1800" b="0" i="0" u="none" baseline="-25000">
                <a:solidFill>
                  <a:srgbClr val="262626"/>
                </a:solidFill>
                <a:latin typeface="Bookman Old Style"/>
                <a:ea typeface="Bookman Old Style"/>
                <a:cs typeface="Bookman Old Style"/>
                <a:sym typeface="Bookman Old Style"/>
              </a:rPr>
              <a:t>00</a:t>
            </a:r>
            <a:endParaRPr/>
          </a:p>
          <a:p>
            <a:pPr marL="457200" lvl="0" indent="-342900" algn="l" rtl="0">
              <a:lnSpc>
                <a:spcPct val="15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M</a:t>
            </a:r>
            <a:r>
              <a:rPr lang="en-US" sz="1800" b="0" i="0" u="none" baseline="-25000">
                <a:solidFill>
                  <a:srgbClr val="262626"/>
                </a:solidFill>
                <a:latin typeface="Bookman Old Style"/>
                <a:ea typeface="Bookman Old Style"/>
                <a:cs typeface="Bookman Old Style"/>
                <a:sym typeface="Bookman Old Style"/>
              </a:rPr>
              <a:t>3</a:t>
            </a:r>
            <a:r>
              <a:rPr lang="en-US" sz="1800" b="0" i="0" u="none">
                <a:solidFill>
                  <a:srgbClr val="262626"/>
                </a:solidFill>
                <a:latin typeface="Bookman Old Style"/>
                <a:ea typeface="Bookman Old Style"/>
                <a:cs typeface="Bookman Old Style"/>
                <a:sym typeface="Bookman Old Style"/>
              </a:rPr>
              <a:t> = A</a:t>
            </a:r>
            <a:r>
              <a:rPr lang="en-US" sz="1800" b="0" i="0" u="none" baseline="-25000">
                <a:solidFill>
                  <a:srgbClr val="262626"/>
                </a:solidFill>
                <a:latin typeface="Bookman Old Style"/>
                <a:ea typeface="Bookman Old Style"/>
                <a:cs typeface="Bookman Old Style"/>
                <a:sym typeface="Bookman Old Style"/>
              </a:rPr>
              <a:t>00</a:t>
            </a:r>
            <a:r>
              <a:rPr lang="en-US" sz="1800" b="0" i="0" u="none">
                <a:solidFill>
                  <a:srgbClr val="262626"/>
                </a:solidFill>
                <a:latin typeface="Bookman Old Style"/>
                <a:ea typeface="Bookman Old Style"/>
                <a:cs typeface="Bookman Old Style"/>
                <a:sym typeface="Bookman Old Style"/>
              </a:rPr>
              <a:t> * (B</a:t>
            </a:r>
            <a:r>
              <a:rPr lang="en-US" sz="1800" b="0" i="0" u="none" baseline="-25000">
                <a:solidFill>
                  <a:srgbClr val="262626"/>
                </a:solidFill>
                <a:latin typeface="Bookman Old Style"/>
                <a:ea typeface="Bookman Old Style"/>
                <a:cs typeface="Bookman Old Style"/>
                <a:sym typeface="Bookman Old Style"/>
              </a:rPr>
              <a:t>01</a:t>
            </a:r>
            <a:r>
              <a:rPr lang="en-US" sz="1800" b="0" i="0" u="none">
                <a:solidFill>
                  <a:srgbClr val="262626"/>
                </a:solidFill>
                <a:latin typeface="Bookman Old Style"/>
                <a:ea typeface="Bookman Old Style"/>
                <a:cs typeface="Bookman Old Style"/>
                <a:sym typeface="Bookman Old Style"/>
              </a:rPr>
              <a:t> - B</a:t>
            </a:r>
            <a:r>
              <a:rPr lang="en-US" sz="1800" b="0" i="0" u="none" baseline="-25000">
                <a:solidFill>
                  <a:srgbClr val="262626"/>
                </a:solidFill>
                <a:latin typeface="Bookman Old Style"/>
                <a:ea typeface="Bookman Old Style"/>
                <a:cs typeface="Bookman Old Style"/>
                <a:sym typeface="Bookman Old Style"/>
              </a:rPr>
              <a:t>11</a:t>
            </a:r>
            <a:r>
              <a:rPr lang="en-US" sz="1800" b="0" i="0" u="none">
                <a:solidFill>
                  <a:srgbClr val="262626"/>
                </a:solidFill>
                <a:latin typeface="Bookman Old Style"/>
                <a:ea typeface="Bookman Old Style"/>
                <a:cs typeface="Bookman Old Style"/>
                <a:sym typeface="Bookman Old Style"/>
              </a:rPr>
              <a:t>)</a:t>
            </a:r>
            <a:endParaRPr/>
          </a:p>
          <a:p>
            <a:pPr marL="457200" lvl="0" indent="-342900" algn="l" rtl="0">
              <a:lnSpc>
                <a:spcPct val="15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M</a:t>
            </a:r>
            <a:r>
              <a:rPr lang="en-US" sz="1800" b="0" i="0" u="none" baseline="-25000">
                <a:solidFill>
                  <a:srgbClr val="262626"/>
                </a:solidFill>
                <a:latin typeface="Bookman Old Style"/>
                <a:ea typeface="Bookman Old Style"/>
                <a:cs typeface="Bookman Old Style"/>
                <a:sym typeface="Bookman Old Style"/>
              </a:rPr>
              <a:t>4</a:t>
            </a:r>
            <a:r>
              <a:rPr lang="en-US" sz="1800" b="0" i="0" u="none">
                <a:solidFill>
                  <a:srgbClr val="262626"/>
                </a:solidFill>
                <a:latin typeface="Bookman Old Style"/>
                <a:ea typeface="Bookman Old Style"/>
                <a:cs typeface="Bookman Old Style"/>
                <a:sym typeface="Bookman Old Style"/>
              </a:rPr>
              <a:t> =  A</a:t>
            </a:r>
            <a:r>
              <a:rPr lang="en-US" sz="1800" b="0" i="0" u="none" baseline="-25000">
                <a:solidFill>
                  <a:srgbClr val="262626"/>
                </a:solidFill>
                <a:latin typeface="Bookman Old Style"/>
                <a:ea typeface="Bookman Old Style"/>
                <a:cs typeface="Bookman Old Style"/>
                <a:sym typeface="Bookman Old Style"/>
              </a:rPr>
              <a:t>11</a:t>
            </a:r>
            <a:r>
              <a:rPr lang="en-US" sz="1800" b="0" i="0" u="none">
                <a:solidFill>
                  <a:srgbClr val="262626"/>
                </a:solidFill>
                <a:latin typeface="Bookman Old Style"/>
                <a:ea typeface="Bookman Old Style"/>
                <a:cs typeface="Bookman Old Style"/>
                <a:sym typeface="Bookman Old Style"/>
              </a:rPr>
              <a:t> * (B</a:t>
            </a:r>
            <a:r>
              <a:rPr lang="en-US" sz="1800" b="0" i="0" u="none" baseline="-25000">
                <a:solidFill>
                  <a:srgbClr val="262626"/>
                </a:solidFill>
                <a:latin typeface="Bookman Old Style"/>
                <a:ea typeface="Bookman Old Style"/>
                <a:cs typeface="Bookman Old Style"/>
                <a:sym typeface="Bookman Old Style"/>
              </a:rPr>
              <a:t>10</a:t>
            </a:r>
            <a:r>
              <a:rPr lang="en-US" sz="1800" b="0" i="0" u="none">
                <a:solidFill>
                  <a:srgbClr val="262626"/>
                </a:solidFill>
                <a:latin typeface="Bookman Old Style"/>
                <a:ea typeface="Bookman Old Style"/>
                <a:cs typeface="Bookman Old Style"/>
                <a:sym typeface="Bookman Old Style"/>
              </a:rPr>
              <a:t> - B</a:t>
            </a:r>
            <a:r>
              <a:rPr lang="en-US" sz="1800" b="0" i="0" u="none" baseline="-25000">
                <a:solidFill>
                  <a:srgbClr val="262626"/>
                </a:solidFill>
                <a:latin typeface="Bookman Old Style"/>
                <a:ea typeface="Bookman Old Style"/>
                <a:cs typeface="Bookman Old Style"/>
                <a:sym typeface="Bookman Old Style"/>
              </a:rPr>
              <a:t>00</a:t>
            </a:r>
            <a:r>
              <a:rPr lang="en-US" sz="1800" b="0" i="0" u="none">
                <a:solidFill>
                  <a:srgbClr val="262626"/>
                </a:solidFill>
                <a:latin typeface="Bookman Old Style"/>
                <a:ea typeface="Bookman Old Style"/>
                <a:cs typeface="Bookman Old Style"/>
                <a:sym typeface="Bookman Old Style"/>
              </a:rPr>
              <a:t>)</a:t>
            </a:r>
            <a:endParaRPr/>
          </a:p>
          <a:p>
            <a:pPr marL="457200" lvl="0" indent="-342900" algn="l" rtl="0">
              <a:lnSpc>
                <a:spcPct val="15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M</a:t>
            </a:r>
            <a:r>
              <a:rPr lang="en-US" sz="1800" b="0" i="0" u="none" baseline="-25000">
                <a:solidFill>
                  <a:srgbClr val="262626"/>
                </a:solidFill>
                <a:latin typeface="Bookman Old Style"/>
                <a:ea typeface="Bookman Old Style"/>
                <a:cs typeface="Bookman Old Style"/>
                <a:sym typeface="Bookman Old Style"/>
              </a:rPr>
              <a:t>5</a:t>
            </a:r>
            <a:r>
              <a:rPr lang="en-US" sz="1800" b="0" i="0" u="none">
                <a:solidFill>
                  <a:srgbClr val="262626"/>
                </a:solidFill>
                <a:latin typeface="Bookman Old Style"/>
                <a:ea typeface="Bookman Old Style"/>
                <a:cs typeface="Bookman Old Style"/>
                <a:sym typeface="Bookman Old Style"/>
              </a:rPr>
              <a:t> = (A</a:t>
            </a:r>
            <a:r>
              <a:rPr lang="en-US" sz="1800" b="0" i="0" u="none" baseline="-25000">
                <a:solidFill>
                  <a:srgbClr val="262626"/>
                </a:solidFill>
                <a:latin typeface="Bookman Old Style"/>
                <a:ea typeface="Bookman Old Style"/>
                <a:cs typeface="Bookman Old Style"/>
                <a:sym typeface="Bookman Old Style"/>
              </a:rPr>
              <a:t>00</a:t>
            </a:r>
            <a:r>
              <a:rPr lang="en-US" sz="1800" b="0" i="0" u="none">
                <a:solidFill>
                  <a:srgbClr val="262626"/>
                </a:solidFill>
                <a:latin typeface="Bookman Old Style"/>
                <a:ea typeface="Bookman Old Style"/>
                <a:cs typeface="Bookman Old Style"/>
                <a:sym typeface="Bookman Old Style"/>
              </a:rPr>
              <a:t> + A</a:t>
            </a:r>
            <a:r>
              <a:rPr lang="en-US" sz="1800" b="0" i="0" u="none" baseline="-25000">
                <a:solidFill>
                  <a:srgbClr val="262626"/>
                </a:solidFill>
                <a:latin typeface="Bookman Old Style"/>
                <a:ea typeface="Bookman Old Style"/>
                <a:cs typeface="Bookman Old Style"/>
                <a:sym typeface="Bookman Old Style"/>
              </a:rPr>
              <a:t>01</a:t>
            </a:r>
            <a:r>
              <a:rPr lang="en-US" sz="1800" b="0" i="0" u="none">
                <a:solidFill>
                  <a:srgbClr val="262626"/>
                </a:solidFill>
                <a:latin typeface="Bookman Old Style"/>
                <a:ea typeface="Bookman Old Style"/>
                <a:cs typeface="Bookman Old Style"/>
                <a:sym typeface="Bookman Old Style"/>
              </a:rPr>
              <a:t>) * B</a:t>
            </a:r>
            <a:r>
              <a:rPr lang="en-US" sz="1800" b="0" i="0" u="none" baseline="-25000">
                <a:solidFill>
                  <a:srgbClr val="262626"/>
                </a:solidFill>
                <a:latin typeface="Bookman Old Style"/>
                <a:ea typeface="Bookman Old Style"/>
                <a:cs typeface="Bookman Old Style"/>
                <a:sym typeface="Bookman Old Style"/>
              </a:rPr>
              <a:t>11</a:t>
            </a:r>
            <a:endParaRPr/>
          </a:p>
          <a:p>
            <a:pPr marL="457200" lvl="0" indent="-342900" algn="l" rtl="0">
              <a:lnSpc>
                <a:spcPct val="15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M</a:t>
            </a:r>
            <a:r>
              <a:rPr lang="en-US" sz="1800" b="0" i="0" u="none" baseline="-25000">
                <a:solidFill>
                  <a:srgbClr val="262626"/>
                </a:solidFill>
                <a:latin typeface="Bookman Old Style"/>
                <a:ea typeface="Bookman Old Style"/>
                <a:cs typeface="Bookman Old Style"/>
                <a:sym typeface="Bookman Old Style"/>
              </a:rPr>
              <a:t>6</a:t>
            </a:r>
            <a:r>
              <a:rPr lang="en-US" sz="1800" b="0" i="0" u="none">
                <a:solidFill>
                  <a:srgbClr val="262626"/>
                </a:solidFill>
                <a:latin typeface="Bookman Old Style"/>
                <a:ea typeface="Bookman Old Style"/>
                <a:cs typeface="Bookman Old Style"/>
                <a:sym typeface="Bookman Old Style"/>
              </a:rPr>
              <a:t> = (A</a:t>
            </a:r>
            <a:r>
              <a:rPr lang="en-US" sz="1800" b="0" i="0" u="none" baseline="-25000">
                <a:solidFill>
                  <a:srgbClr val="262626"/>
                </a:solidFill>
                <a:latin typeface="Bookman Old Style"/>
                <a:ea typeface="Bookman Old Style"/>
                <a:cs typeface="Bookman Old Style"/>
                <a:sym typeface="Bookman Old Style"/>
              </a:rPr>
              <a:t>10</a:t>
            </a:r>
            <a:r>
              <a:rPr lang="en-US" sz="1800" b="0" i="0" u="none">
                <a:solidFill>
                  <a:srgbClr val="262626"/>
                </a:solidFill>
                <a:latin typeface="Bookman Old Style"/>
                <a:ea typeface="Bookman Old Style"/>
                <a:cs typeface="Bookman Old Style"/>
                <a:sym typeface="Bookman Old Style"/>
              </a:rPr>
              <a:t> - A</a:t>
            </a:r>
            <a:r>
              <a:rPr lang="en-US" sz="1800" b="0" i="0" u="none" baseline="-25000">
                <a:solidFill>
                  <a:srgbClr val="262626"/>
                </a:solidFill>
                <a:latin typeface="Bookman Old Style"/>
                <a:ea typeface="Bookman Old Style"/>
                <a:cs typeface="Bookman Old Style"/>
                <a:sym typeface="Bookman Old Style"/>
              </a:rPr>
              <a:t>00</a:t>
            </a:r>
            <a:r>
              <a:rPr lang="en-US" sz="1800" b="0" i="0" u="none">
                <a:solidFill>
                  <a:srgbClr val="262626"/>
                </a:solidFill>
                <a:latin typeface="Bookman Old Style"/>
                <a:ea typeface="Bookman Old Style"/>
                <a:cs typeface="Bookman Old Style"/>
                <a:sym typeface="Bookman Old Style"/>
              </a:rPr>
              <a:t>) * (B</a:t>
            </a:r>
            <a:r>
              <a:rPr lang="en-US" sz="1800" b="0" i="0" u="none" baseline="-25000">
                <a:solidFill>
                  <a:srgbClr val="262626"/>
                </a:solidFill>
                <a:latin typeface="Bookman Old Style"/>
                <a:ea typeface="Bookman Old Style"/>
                <a:cs typeface="Bookman Old Style"/>
                <a:sym typeface="Bookman Old Style"/>
              </a:rPr>
              <a:t>00</a:t>
            </a:r>
            <a:r>
              <a:rPr lang="en-US" sz="1800" b="0" i="0" u="none">
                <a:solidFill>
                  <a:srgbClr val="262626"/>
                </a:solidFill>
                <a:latin typeface="Bookman Old Style"/>
                <a:ea typeface="Bookman Old Style"/>
                <a:cs typeface="Bookman Old Style"/>
                <a:sym typeface="Bookman Old Style"/>
              </a:rPr>
              <a:t> + B</a:t>
            </a:r>
            <a:r>
              <a:rPr lang="en-US" sz="1800" b="0" i="0" u="none" baseline="-25000">
                <a:solidFill>
                  <a:srgbClr val="262626"/>
                </a:solidFill>
                <a:latin typeface="Bookman Old Style"/>
                <a:ea typeface="Bookman Old Style"/>
                <a:cs typeface="Bookman Old Style"/>
                <a:sym typeface="Bookman Old Style"/>
              </a:rPr>
              <a:t>01</a:t>
            </a:r>
            <a:r>
              <a:rPr lang="en-US" sz="1800" b="0" i="0" u="none">
                <a:solidFill>
                  <a:srgbClr val="262626"/>
                </a:solidFill>
                <a:latin typeface="Bookman Old Style"/>
                <a:ea typeface="Bookman Old Style"/>
                <a:cs typeface="Bookman Old Style"/>
                <a:sym typeface="Bookman Old Style"/>
              </a:rPr>
              <a:t>)</a:t>
            </a:r>
            <a:endParaRPr/>
          </a:p>
          <a:p>
            <a:pPr marL="457200" lvl="0" indent="-342900" algn="l" rtl="0">
              <a:lnSpc>
                <a:spcPct val="15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M</a:t>
            </a:r>
            <a:r>
              <a:rPr lang="en-US" sz="1800" b="0" i="0" u="none" baseline="-25000">
                <a:solidFill>
                  <a:srgbClr val="262626"/>
                </a:solidFill>
                <a:latin typeface="Bookman Old Style"/>
                <a:ea typeface="Bookman Old Style"/>
                <a:cs typeface="Bookman Old Style"/>
                <a:sym typeface="Bookman Old Style"/>
              </a:rPr>
              <a:t>7</a:t>
            </a:r>
            <a:r>
              <a:rPr lang="en-US" sz="1800" b="0" i="0" u="none">
                <a:solidFill>
                  <a:srgbClr val="262626"/>
                </a:solidFill>
                <a:latin typeface="Bookman Old Style"/>
                <a:ea typeface="Bookman Old Style"/>
                <a:cs typeface="Bookman Old Style"/>
                <a:sym typeface="Bookman Old Style"/>
              </a:rPr>
              <a:t> = (A</a:t>
            </a:r>
            <a:r>
              <a:rPr lang="en-US" sz="1800" b="0" i="0" u="none" baseline="-25000">
                <a:solidFill>
                  <a:srgbClr val="262626"/>
                </a:solidFill>
                <a:latin typeface="Bookman Old Style"/>
                <a:ea typeface="Bookman Old Style"/>
                <a:cs typeface="Bookman Old Style"/>
                <a:sym typeface="Bookman Old Style"/>
              </a:rPr>
              <a:t>01</a:t>
            </a:r>
            <a:r>
              <a:rPr lang="en-US" sz="1800" b="0" i="0" u="none">
                <a:solidFill>
                  <a:srgbClr val="262626"/>
                </a:solidFill>
                <a:latin typeface="Bookman Old Style"/>
                <a:ea typeface="Bookman Old Style"/>
                <a:cs typeface="Bookman Old Style"/>
                <a:sym typeface="Bookman Old Style"/>
              </a:rPr>
              <a:t> - A</a:t>
            </a:r>
            <a:r>
              <a:rPr lang="en-US" sz="1800" b="0" i="0" u="none" baseline="-25000">
                <a:solidFill>
                  <a:srgbClr val="262626"/>
                </a:solidFill>
                <a:latin typeface="Bookman Old Style"/>
                <a:ea typeface="Bookman Old Style"/>
                <a:cs typeface="Bookman Old Style"/>
                <a:sym typeface="Bookman Old Style"/>
              </a:rPr>
              <a:t>11</a:t>
            </a:r>
            <a:r>
              <a:rPr lang="en-US" sz="1800" b="0" i="0" u="none">
                <a:solidFill>
                  <a:srgbClr val="262626"/>
                </a:solidFill>
                <a:latin typeface="Bookman Old Style"/>
                <a:ea typeface="Bookman Old Style"/>
                <a:cs typeface="Bookman Old Style"/>
                <a:sym typeface="Bookman Old Style"/>
              </a:rPr>
              <a:t>) * (B</a:t>
            </a:r>
            <a:r>
              <a:rPr lang="en-US" sz="1800" b="0" i="0" u="none" baseline="-25000">
                <a:solidFill>
                  <a:srgbClr val="262626"/>
                </a:solidFill>
                <a:latin typeface="Bookman Old Style"/>
                <a:ea typeface="Bookman Old Style"/>
                <a:cs typeface="Bookman Old Style"/>
                <a:sym typeface="Bookman Old Style"/>
              </a:rPr>
              <a:t>10</a:t>
            </a:r>
            <a:r>
              <a:rPr lang="en-US" sz="1800" b="0" i="0" u="none">
                <a:solidFill>
                  <a:srgbClr val="262626"/>
                </a:solidFill>
                <a:latin typeface="Bookman Old Style"/>
                <a:ea typeface="Bookman Old Style"/>
                <a:cs typeface="Bookman Old Style"/>
                <a:sym typeface="Bookman Old Style"/>
              </a:rPr>
              <a:t> + B</a:t>
            </a:r>
            <a:r>
              <a:rPr lang="en-US" sz="1800" b="0" i="0" u="none" baseline="-25000">
                <a:solidFill>
                  <a:srgbClr val="262626"/>
                </a:solidFill>
                <a:latin typeface="Bookman Old Style"/>
                <a:ea typeface="Bookman Old Style"/>
                <a:cs typeface="Bookman Old Style"/>
                <a:sym typeface="Bookman Old Style"/>
              </a:rPr>
              <a:t>11</a:t>
            </a:r>
            <a:r>
              <a:rPr lang="en-US" sz="1800" b="0" i="0" u="none">
                <a:solidFill>
                  <a:srgbClr val="262626"/>
                </a:solidFill>
                <a:latin typeface="Bookman Old Style"/>
                <a:ea typeface="Bookman Old Style"/>
                <a:cs typeface="Bookman Old Style"/>
                <a:sym typeface="Bookman Old Style"/>
              </a:rPr>
              <a:t>)</a:t>
            </a:r>
            <a:endParaRPr/>
          </a:p>
          <a:p>
            <a:pPr marL="457200" lvl="0" indent="-228600" algn="l" rtl="0">
              <a:lnSpc>
                <a:spcPct val="100000"/>
              </a:lnSpc>
              <a:spcBef>
                <a:spcPts val="1000"/>
              </a:spcBef>
              <a:spcAft>
                <a:spcPts val="0"/>
              </a:spcAft>
              <a:buSzPts val="1800"/>
              <a:buNone/>
            </a:pPr>
            <a:endParaRPr sz="1800" b="0" i="0" u="none">
              <a:solidFill>
                <a:srgbClr val="262626"/>
              </a:solidFill>
              <a:latin typeface="Bookman Old Style"/>
              <a:ea typeface="Bookman Old Style"/>
              <a:cs typeface="Bookman Old Style"/>
              <a:sym typeface="Bookman Old Style"/>
            </a:endParaRPr>
          </a:p>
        </p:txBody>
      </p:sp>
      <p:sp>
        <p:nvSpPr>
          <p:cNvPr id="344" name="Google Shape;344;p25"/>
          <p:cNvSpPr/>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marR="0" lvl="0" indent="0" algn="ctr" rtl="0">
              <a:lnSpc>
                <a:spcPct val="100000"/>
              </a:lnSpc>
              <a:spcBef>
                <a:spcPts val="0"/>
              </a:spcBef>
              <a:spcAft>
                <a:spcPts val="0"/>
              </a:spcAft>
              <a:buClr>
                <a:srgbClr val="FFFFFF"/>
              </a:buClr>
              <a:buSzPts val="1100"/>
              <a:buFont typeface="Bookman Old Style"/>
              <a:buNone/>
            </a:pPr>
            <a:fld id="{00000000-1234-1234-1234-123412341234}" type="slidenum">
              <a:rPr lang="en-US" sz="1100" b="0" i="0" u="none" strike="noStrike" cap="none">
                <a:solidFill>
                  <a:srgbClr val="FFFFFF"/>
                </a:solidFill>
                <a:latin typeface="Bookman Old Style"/>
                <a:ea typeface="Bookman Old Style"/>
                <a:cs typeface="Bookman Old Style"/>
                <a:sym typeface="Bookman Old Style"/>
              </a:rPr>
              <a:t>25</a:t>
            </a:fld>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26"/>
          <p:cNvSpPr txBox="1">
            <a:spLocks noGrp="1"/>
          </p:cNvSpPr>
          <p:nvPr>
            <p:ph type="title"/>
          </p:nvPr>
        </p:nvSpPr>
        <p:spPr>
          <a:xfrm>
            <a:off x="1219200" y="762000"/>
            <a:ext cx="9525000" cy="1189037"/>
          </a:xfrm>
          <a:prstGeom prst="rect">
            <a:avLst/>
          </a:prstGeom>
          <a:solidFill>
            <a:srgbClr val="FFFFFF"/>
          </a:solidFill>
          <a:ln>
            <a:noFill/>
          </a:ln>
        </p:spPr>
        <p:txBody>
          <a:bodyPr spcFirstLastPara="1" wrap="square" lIns="182875" tIns="182875" rIns="182875" bIns="182875" anchor="ctr" anchorCtr="0">
            <a:noAutofit/>
          </a:bodyPr>
          <a:lstStyle/>
          <a:p>
            <a:pPr marL="457200" lvl="0" indent="0" algn="ctr" rtl="0">
              <a:lnSpc>
                <a:spcPct val="100000"/>
              </a:lnSpc>
              <a:spcBef>
                <a:spcPts val="0"/>
              </a:spcBef>
              <a:spcAft>
                <a:spcPts val="0"/>
              </a:spcAft>
              <a:buSzPts val="1800"/>
              <a:buNone/>
            </a:pPr>
            <a:r>
              <a:rPr lang="en-US" sz="2800" b="1" i="0" u="none">
                <a:solidFill>
                  <a:srgbClr val="262626"/>
                </a:solidFill>
                <a:latin typeface="Bookman Old Style"/>
                <a:ea typeface="Bookman Old Style"/>
                <a:cs typeface="Bookman Old Style"/>
                <a:sym typeface="Bookman Old Style"/>
              </a:rPr>
              <a:t>Analysis of Strassen’s Algorithm</a:t>
            </a:r>
            <a:endParaRPr/>
          </a:p>
        </p:txBody>
      </p:sp>
      <p:sp>
        <p:nvSpPr>
          <p:cNvPr id="350" name="Google Shape;350;p26"/>
          <p:cNvSpPr txBox="1">
            <a:spLocks noGrp="1"/>
          </p:cNvSpPr>
          <p:nvPr>
            <p:ph type="body" idx="1"/>
          </p:nvPr>
        </p:nvSpPr>
        <p:spPr>
          <a:xfrm>
            <a:off x="1295400" y="1981200"/>
            <a:ext cx="9601200" cy="4237037"/>
          </a:xfrm>
          <a:prstGeom prst="rect">
            <a:avLst/>
          </a:prstGeom>
          <a:noFill/>
          <a:ln>
            <a:noFill/>
          </a:ln>
        </p:spPr>
        <p:txBody>
          <a:bodyPr spcFirstLastPara="1" wrap="square" lIns="91425" tIns="45700" rIns="91425" bIns="45700" anchor="t" anchorCtr="0">
            <a:noAutofit/>
          </a:bodyPr>
          <a:lstStyle/>
          <a:p>
            <a:pPr marL="457200" lvl="0" indent="-457200" algn="l" rtl="0">
              <a:lnSpc>
                <a:spcPct val="10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If </a:t>
            </a:r>
            <a:r>
              <a:rPr lang="en-US" sz="1800" b="0" i="1" u="none">
                <a:solidFill>
                  <a:srgbClr val="262626"/>
                </a:solidFill>
                <a:latin typeface="Bookman Old Style"/>
                <a:ea typeface="Bookman Old Style"/>
                <a:cs typeface="Bookman Old Style"/>
                <a:sym typeface="Bookman Old Style"/>
              </a:rPr>
              <a:t>n</a:t>
            </a:r>
            <a:r>
              <a:rPr lang="en-US" sz="1800" b="0" i="0" u="none">
                <a:solidFill>
                  <a:srgbClr val="262626"/>
                </a:solidFill>
                <a:latin typeface="Bookman Old Style"/>
                <a:ea typeface="Bookman Old Style"/>
                <a:cs typeface="Bookman Old Style"/>
                <a:sym typeface="Bookman Old Style"/>
              </a:rPr>
              <a:t> is not a power of 2, matrices can be padded with zeros.</a:t>
            </a:r>
            <a:endParaRPr/>
          </a:p>
          <a:p>
            <a:pPr marL="457200" lvl="0" indent="-457200" algn="l" rtl="0">
              <a:lnSpc>
                <a:spcPct val="100000"/>
              </a:lnSpc>
              <a:spcBef>
                <a:spcPts val="1000"/>
              </a:spcBef>
              <a:spcAft>
                <a:spcPts val="0"/>
              </a:spcAft>
              <a:buSzPts val="1800"/>
              <a:buNone/>
            </a:pPr>
            <a:endParaRPr sz="1800" b="0" i="0" u="none">
              <a:solidFill>
                <a:srgbClr val="262626"/>
              </a:solidFill>
              <a:latin typeface="Bookman Old Style"/>
              <a:ea typeface="Bookman Old Style"/>
              <a:cs typeface="Bookman Old Style"/>
              <a:sym typeface="Bookman Old Style"/>
            </a:endParaRPr>
          </a:p>
          <a:p>
            <a:pPr marL="457200" lvl="0" indent="-457200" algn="l" rtl="0">
              <a:lnSpc>
                <a:spcPct val="10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Number of multiplications:</a:t>
            </a:r>
            <a:endParaRPr/>
          </a:p>
          <a:p>
            <a:pPr marL="457200" lvl="0" indent="-457200" algn="l" rtl="0">
              <a:lnSpc>
                <a:spcPct val="10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                                 M(</a:t>
            </a:r>
            <a:r>
              <a:rPr lang="en-US" sz="1800" b="0" i="1" u="none">
                <a:solidFill>
                  <a:srgbClr val="262626"/>
                </a:solidFill>
                <a:latin typeface="Bookman Old Style"/>
                <a:ea typeface="Bookman Old Style"/>
                <a:cs typeface="Bookman Old Style"/>
                <a:sym typeface="Bookman Old Style"/>
              </a:rPr>
              <a:t>n</a:t>
            </a:r>
            <a:r>
              <a:rPr lang="en-US" sz="1800" b="0" i="0" u="none">
                <a:solidFill>
                  <a:srgbClr val="262626"/>
                </a:solidFill>
                <a:latin typeface="Bookman Old Style"/>
                <a:ea typeface="Bookman Old Style"/>
                <a:cs typeface="Bookman Old Style"/>
                <a:sym typeface="Bookman Old Style"/>
              </a:rPr>
              <a:t>) = 7M(</a:t>
            </a:r>
            <a:r>
              <a:rPr lang="en-US" sz="1800" b="0" i="1" u="none">
                <a:solidFill>
                  <a:srgbClr val="262626"/>
                </a:solidFill>
                <a:latin typeface="Bookman Old Style"/>
                <a:ea typeface="Bookman Old Style"/>
                <a:cs typeface="Bookman Old Style"/>
                <a:sym typeface="Bookman Old Style"/>
              </a:rPr>
              <a:t>n</a:t>
            </a:r>
            <a:r>
              <a:rPr lang="en-US" sz="1800" b="0" i="0" u="none">
                <a:solidFill>
                  <a:srgbClr val="262626"/>
                </a:solidFill>
                <a:latin typeface="Bookman Old Style"/>
                <a:ea typeface="Bookman Old Style"/>
                <a:cs typeface="Bookman Old Style"/>
                <a:sym typeface="Bookman Old Style"/>
              </a:rPr>
              <a:t>/2),   M(1) = 1</a:t>
            </a:r>
            <a:endParaRPr/>
          </a:p>
          <a:p>
            <a:pPr marL="457200" lvl="0" indent="-457200" algn="l" rtl="0">
              <a:lnSpc>
                <a:spcPct val="10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Solution: M(</a:t>
            </a:r>
            <a:r>
              <a:rPr lang="en-US" sz="1800" b="0" i="1" u="none">
                <a:solidFill>
                  <a:srgbClr val="262626"/>
                </a:solidFill>
                <a:latin typeface="Bookman Old Style"/>
                <a:ea typeface="Bookman Old Style"/>
                <a:cs typeface="Bookman Old Style"/>
                <a:sym typeface="Bookman Old Style"/>
              </a:rPr>
              <a:t>n</a:t>
            </a:r>
            <a:r>
              <a:rPr lang="en-US" sz="1800" b="0" i="0" u="none">
                <a:solidFill>
                  <a:srgbClr val="262626"/>
                </a:solidFill>
                <a:latin typeface="Bookman Old Style"/>
                <a:ea typeface="Bookman Old Style"/>
                <a:cs typeface="Bookman Old Style"/>
                <a:sym typeface="Bookman Old Style"/>
              </a:rPr>
              <a:t>) = 7</a:t>
            </a:r>
            <a:r>
              <a:rPr lang="en-US" sz="1800" b="0" i="0" u="none" baseline="30000">
                <a:solidFill>
                  <a:srgbClr val="262626"/>
                </a:solidFill>
                <a:latin typeface="Bookman Old Style"/>
                <a:ea typeface="Bookman Old Style"/>
                <a:cs typeface="Bookman Old Style"/>
                <a:sym typeface="Bookman Old Style"/>
              </a:rPr>
              <a:t>log 2</a:t>
            </a:r>
            <a:r>
              <a:rPr lang="en-US" sz="1800" b="0" i="1" u="none" baseline="30000">
                <a:solidFill>
                  <a:srgbClr val="262626"/>
                </a:solidFill>
                <a:latin typeface="Bookman Old Style"/>
                <a:ea typeface="Bookman Old Style"/>
                <a:cs typeface="Bookman Old Style"/>
                <a:sym typeface="Bookman Old Style"/>
              </a:rPr>
              <a:t>n</a:t>
            </a:r>
            <a:r>
              <a:rPr lang="en-US" sz="1800" b="0" i="0" u="none" baseline="30000">
                <a:solidFill>
                  <a:srgbClr val="262626"/>
                </a:solidFill>
                <a:latin typeface="Bookman Old Style"/>
                <a:ea typeface="Bookman Old Style"/>
                <a:cs typeface="Bookman Old Style"/>
                <a:sym typeface="Bookman Old Style"/>
              </a:rPr>
              <a:t> </a:t>
            </a:r>
            <a:r>
              <a:rPr lang="en-US" sz="1800" b="0" i="0" u="none">
                <a:solidFill>
                  <a:srgbClr val="262626"/>
                </a:solidFill>
                <a:latin typeface="Bookman Old Style"/>
                <a:ea typeface="Bookman Old Style"/>
                <a:cs typeface="Bookman Old Style"/>
                <a:sym typeface="Bookman Old Style"/>
              </a:rPr>
              <a:t>= </a:t>
            </a:r>
            <a:r>
              <a:rPr lang="en-US" sz="1800" b="0" i="1" u="none">
                <a:solidFill>
                  <a:srgbClr val="262626"/>
                </a:solidFill>
                <a:latin typeface="Bookman Old Style"/>
                <a:ea typeface="Bookman Old Style"/>
                <a:cs typeface="Bookman Old Style"/>
                <a:sym typeface="Bookman Old Style"/>
              </a:rPr>
              <a:t>n</a:t>
            </a:r>
            <a:r>
              <a:rPr lang="en-US" sz="1800" b="0" i="0" u="none" baseline="30000">
                <a:solidFill>
                  <a:srgbClr val="262626"/>
                </a:solidFill>
                <a:latin typeface="Bookman Old Style"/>
                <a:ea typeface="Bookman Old Style"/>
                <a:cs typeface="Bookman Old Style"/>
                <a:sym typeface="Bookman Old Style"/>
              </a:rPr>
              <a:t>log 27 </a:t>
            </a:r>
            <a:r>
              <a:rPr lang="en-US" sz="1800" b="0" i="0" u="none">
                <a:solidFill>
                  <a:srgbClr val="262626"/>
                </a:solidFill>
                <a:latin typeface="Bookman Old Style"/>
                <a:ea typeface="Bookman Old Style"/>
                <a:cs typeface="Bookman Old Style"/>
                <a:sym typeface="Bookman Old Style"/>
              </a:rPr>
              <a:t>≈ </a:t>
            </a:r>
            <a:r>
              <a:rPr lang="en-US" sz="1800" b="0" i="1" u="none">
                <a:solidFill>
                  <a:srgbClr val="262626"/>
                </a:solidFill>
                <a:latin typeface="Bookman Old Style"/>
                <a:ea typeface="Bookman Old Style"/>
                <a:cs typeface="Bookman Old Style"/>
                <a:sym typeface="Bookman Old Style"/>
              </a:rPr>
              <a:t>n</a:t>
            </a:r>
            <a:r>
              <a:rPr lang="en-US" sz="1800" b="0" i="0" u="none" baseline="30000">
                <a:solidFill>
                  <a:srgbClr val="262626"/>
                </a:solidFill>
                <a:latin typeface="Bookman Old Style"/>
                <a:ea typeface="Bookman Old Style"/>
                <a:cs typeface="Bookman Old Style"/>
                <a:sym typeface="Bookman Old Style"/>
              </a:rPr>
              <a:t>2.807    </a:t>
            </a:r>
            <a:r>
              <a:rPr lang="en-US" sz="1800" b="0" i="0" u="none">
                <a:solidFill>
                  <a:srgbClr val="262626"/>
                </a:solidFill>
                <a:latin typeface="Bookman Old Style"/>
                <a:ea typeface="Bookman Old Style"/>
                <a:cs typeface="Bookman Old Style"/>
                <a:sym typeface="Bookman Old Style"/>
              </a:rPr>
              <a:t>vs.  </a:t>
            </a:r>
            <a:r>
              <a:rPr lang="en-US" sz="1800" b="0" i="1" u="none">
                <a:solidFill>
                  <a:srgbClr val="262626"/>
                </a:solidFill>
                <a:latin typeface="Bookman Old Style"/>
                <a:ea typeface="Bookman Old Style"/>
                <a:cs typeface="Bookman Old Style"/>
                <a:sym typeface="Bookman Old Style"/>
              </a:rPr>
              <a:t>n</a:t>
            </a:r>
            <a:r>
              <a:rPr lang="en-US" sz="1800" b="0" i="0" u="none" baseline="30000">
                <a:solidFill>
                  <a:srgbClr val="262626"/>
                </a:solidFill>
                <a:latin typeface="Bookman Old Style"/>
                <a:ea typeface="Bookman Old Style"/>
                <a:cs typeface="Bookman Old Style"/>
                <a:sym typeface="Bookman Old Style"/>
              </a:rPr>
              <a:t>3 </a:t>
            </a:r>
            <a:r>
              <a:rPr lang="en-US" sz="1800" b="0" i="0" u="none">
                <a:solidFill>
                  <a:srgbClr val="262626"/>
                </a:solidFill>
                <a:latin typeface="Bookman Old Style"/>
                <a:ea typeface="Bookman Old Style"/>
                <a:cs typeface="Bookman Old Style"/>
                <a:sym typeface="Bookman Old Style"/>
              </a:rPr>
              <a:t>of brute-force alg.</a:t>
            </a:r>
            <a:endParaRPr sz="1800" b="0" i="0" u="none" baseline="30000">
              <a:solidFill>
                <a:srgbClr val="262626"/>
              </a:solidFill>
              <a:latin typeface="Bookman Old Style"/>
              <a:ea typeface="Bookman Old Style"/>
              <a:cs typeface="Bookman Old Style"/>
              <a:sym typeface="Bookman Old Style"/>
            </a:endParaRPr>
          </a:p>
          <a:p>
            <a:pPr marL="457200" lvl="0" indent="-457200" algn="l" rtl="0">
              <a:lnSpc>
                <a:spcPct val="100000"/>
              </a:lnSpc>
              <a:spcBef>
                <a:spcPts val="1000"/>
              </a:spcBef>
              <a:spcAft>
                <a:spcPts val="0"/>
              </a:spcAft>
              <a:buSzPts val="1800"/>
              <a:buNone/>
            </a:pPr>
            <a:endParaRPr sz="1800" b="0" i="0" u="none">
              <a:solidFill>
                <a:srgbClr val="262626"/>
              </a:solidFill>
              <a:latin typeface="Bookman Old Style"/>
              <a:ea typeface="Bookman Old Style"/>
              <a:cs typeface="Bookman Old Style"/>
              <a:sym typeface="Bookman Old Style"/>
            </a:endParaRPr>
          </a:p>
          <a:p>
            <a:pPr marL="457200" lvl="0" indent="-457200" algn="l" rtl="0">
              <a:lnSpc>
                <a:spcPct val="100000"/>
              </a:lnSpc>
              <a:spcBef>
                <a:spcPts val="1000"/>
              </a:spcBef>
              <a:spcAft>
                <a:spcPts val="0"/>
              </a:spcAft>
              <a:buSzPts val="1800"/>
              <a:buNone/>
            </a:pPr>
            <a:r>
              <a:rPr lang="en-US" sz="1800" b="0" i="0" u="none">
                <a:solidFill>
                  <a:srgbClr val="262626"/>
                </a:solidFill>
                <a:latin typeface="Bookman Old Style"/>
                <a:ea typeface="Bookman Old Style"/>
                <a:cs typeface="Bookman Old Style"/>
                <a:sym typeface="Bookman Old Style"/>
              </a:rPr>
              <a:t>Algorithms with better asymptotic efficiency are known but they are even more complex. </a:t>
            </a:r>
            <a:endParaRPr/>
          </a:p>
        </p:txBody>
      </p:sp>
      <p:sp>
        <p:nvSpPr>
          <p:cNvPr id="351" name="Google Shape;351;p26"/>
          <p:cNvSpPr/>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marR="0" lvl="0" indent="0" algn="ctr" rtl="0">
              <a:lnSpc>
                <a:spcPct val="100000"/>
              </a:lnSpc>
              <a:spcBef>
                <a:spcPts val="0"/>
              </a:spcBef>
              <a:spcAft>
                <a:spcPts val="0"/>
              </a:spcAft>
              <a:buClr>
                <a:srgbClr val="FFFFFF"/>
              </a:buClr>
              <a:buSzPts val="1100"/>
              <a:buFont typeface="Bookman Old Style"/>
              <a:buNone/>
            </a:pPr>
            <a:fld id="{00000000-1234-1234-1234-123412341234}" type="slidenum">
              <a:rPr lang="en-US" sz="1100" b="0" i="0" u="none" strike="noStrike" cap="none">
                <a:solidFill>
                  <a:srgbClr val="FFFFFF"/>
                </a:solidFill>
                <a:latin typeface="Bookman Old Style"/>
                <a:ea typeface="Bookman Old Style"/>
                <a:cs typeface="Bookman Old Style"/>
                <a:sym typeface="Bookman Old Style"/>
              </a:rPr>
              <a:t>26</a:t>
            </a:fld>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27"/>
          <p:cNvSpPr txBox="1">
            <a:spLocks noGrp="1"/>
          </p:cNvSpPr>
          <p:nvPr>
            <p:ph type="title"/>
          </p:nvPr>
        </p:nvSpPr>
        <p:spPr>
          <a:xfrm>
            <a:off x="2230437" y="965200"/>
            <a:ext cx="7731125" cy="1187450"/>
          </a:xfrm>
          <a:prstGeom prst="rect">
            <a:avLst/>
          </a:prstGeom>
          <a:solidFill>
            <a:srgbClr val="FFFFFF"/>
          </a:solidFill>
          <a:ln>
            <a:noFill/>
          </a:ln>
        </p:spPr>
        <p:txBody>
          <a:bodyPr spcFirstLastPara="1" wrap="square" lIns="182875" tIns="182875" rIns="182875" bIns="182875" anchor="ctr" anchorCtr="0">
            <a:noAutofit/>
          </a:bodyPr>
          <a:lstStyle/>
          <a:p>
            <a:pPr marL="0" lvl="0" indent="0" algn="ctr" rtl="0">
              <a:lnSpc>
                <a:spcPct val="90000"/>
              </a:lnSpc>
              <a:spcBef>
                <a:spcPts val="0"/>
              </a:spcBef>
              <a:spcAft>
                <a:spcPts val="0"/>
              </a:spcAft>
              <a:buSzPts val="1800"/>
              <a:buNone/>
            </a:pPr>
            <a:r>
              <a:rPr lang="en-US" sz="2800" b="0" i="0" u="none">
                <a:solidFill>
                  <a:srgbClr val="262626"/>
                </a:solidFill>
                <a:latin typeface="Bookman Old Style"/>
                <a:ea typeface="Bookman Old Style"/>
                <a:cs typeface="Bookman Old Style"/>
                <a:sym typeface="Bookman Old Style"/>
              </a:rPr>
              <a:t>Key Points</a:t>
            </a:r>
            <a:endParaRPr/>
          </a:p>
        </p:txBody>
      </p:sp>
      <p:sp>
        <p:nvSpPr>
          <p:cNvPr id="358" name="Google Shape;358;p27"/>
          <p:cNvSpPr txBox="1">
            <a:spLocks noGrp="1"/>
          </p:cNvSpPr>
          <p:nvPr>
            <p:ph type="body" idx="1"/>
          </p:nvPr>
        </p:nvSpPr>
        <p:spPr>
          <a:xfrm>
            <a:off x="2230437" y="2638425"/>
            <a:ext cx="7731125" cy="3101975"/>
          </a:xfrm>
          <a:prstGeom prst="rect">
            <a:avLst/>
          </a:prstGeom>
          <a:noFill/>
          <a:ln>
            <a:noFill/>
          </a:ln>
        </p:spPr>
        <p:txBody>
          <a:bodyPr spcFirstLastPara="1" wrap="square" lIns="91425" tIns="45700" rIns="91425" bIns="45700" anchor="t" anchorCtr="0">
            <a:normAutofit/>
          </a:bodyPr>
          <a:lstStyle/>
          <a:p>
            <a:pPr marL="228600" lvl="0" indent="-228600" algn="l" rtl="0">
              <a:lnSpc>
                <a:spcPct val="140000"/>
              </a:lnSpc>
              <a:spcBef>
                <a:spcPts val="0"/>
              </a:spcBef>
              <a:spcAft>
                <a:spcPts val="0"/>
              </a:spcAft>
              <a:buClr>
                <a:schemeClr val="accent2"/>
              </a:buClr>
              <a:buSzPts val="200"/>
              <a:buFont typeface="Arial"/>
              <a:buChar char="•"/>
            </a:pPr>
            <a:r>
              <a:rPr lang="en-US" sz="1700" b="0" i="0" u="none">
                <a:solidFill>
                  <a:srgbClr val="262626"/>
                </a:solidFill>
                <a:latin typeface="Bookman Old Style"/>
                <a:ea typeface="Bookman Old Style"/>
                <a:cs typeface="Bookman Old Style"/>
                <a:sym typeface="Bookman Old Style"/>
              </a:rPr>
              <a:t>What is divide and conquer?</a:t>
            </a:r>
            <a:endParaRPr/>
          </a:p>
          <a:p>
            <a:pPr marL="228600" lvl="0" indent="-228600" algn="l" rtl="0">
              <a:lnSpc>
                <a:spcPct val="140000"/>
              </a:lnSpc>
              <a:spcBef>
                <a:spcPts val="0"/>
              </a:spcBef>
              <a:spcAft>
                <a:spcPts val="0"/>
              </a:spcAft>
              <a:buClr>
                <a:schemeClr val="accent2"/>
              </a:buClr>
              <a:buSzPts val="200"/>
              <a:buFont typeface="Arial"/>
              <a:buChar char="•"/>
            </a:pPr>
            <a:r>
              <a:rPr lang="en-US" sz="1700" b="0" i="0" u="none">
                <a:solidFill>
                  <a:srgbClr val="262626"/>
                </a:solidFill>
                <a:latin typeface="Bookman Old Style"/>
                <a:ea typeface="Bookman Old Style"/>
                <a:cs typeface="Bookman Old Style"/>
                <a:sym typeface="Bookman Old Style"/>
              </a:rPr>
              <a:t>Divide-and-Conquer Examples</a:t>
            </a:r>
            <a:endParaRPr sz="2800" b="0" i="0" u="none">
              <a:solidFill>
                <a:srgbClr val="000000"/>
              </a:solidFill>
              <a:latin typeface="Bookman Old Style"/>
              <a:ea typeface="Bookman Old Style"/>
              <a:cs typeface="Bookman Old Style"/>
              <a:sym typeface="Bookman Old Style"/>
            </a:endParaRPr>
          </a:p>
          <a:p>
            <a:pPr marL="228600" lvl="0" indent="-228600" algn="l" rtl="0">
              <a:lnSpc>
                <a:spcPct val="140000"/>
              </a:lnSpc>
              <a:spcBef>
                <a:spcPts val="0"/>
              </a:spcBef>
              <a:spcAft>
                <a:spcPts val="0"/>
              </a:spcAft>
              <a:buClr>
                <a:schemeClr val="accent2"/>
              </a:buClr>
              <a:buSzPts val="200"/>
              <a:buFont typeface="Arial"/>
              <a:buChar char="•"/>
            </a:pPr>
            <a:r>
              <a:rPr lang="en-US" sz="1700" b="0" i="0" u="none">
                <a:solidFill>
                  <a:srgbClr val="262626"/>
                </a:solidFill>
                <a:latin typeface="Bookman Old Style"/>
                <a:ea typeface="Bookman Old Style"/>
                <a:cs typeface="Bookman Old Style"/>
                <a:sym typeface="Bookman Old Style"/>
              </a:rPr>
              <a:t>General Divide-and-Conquer Recurrence</a:t>
            </a:r>
            <a:endParaRPr/>
          </a:p>
          <a:p>
            <a:pPr marL="228600" lvl="0" indent="-228600" algn="l" rtl="0">
              <a:lnSpc>
                <a:spcPct val="140000"/>
              </a:lnSpc>
              <a:spcBef>
                <a:spcPts val="0"/>
              </a:spcBef>
              <a:spcAft>
                <a:spcPts val="0"/>
              </a:spcAft>
              <a:buClr>
                <a:schemeClr val="accent2"/>
              </a:buClr>
              <a:buSzPts val="200"/>
              <a:buFont typeface="Arial"/>
              <a:buChar char="•"/>
            </a:pPr>
            <a:r>
              <a:rPr lang="en-US" sz="1700" b="0" i="0" u="none">
                <a:solidFill>
                  <a:srgbClr val="262626"/>
                </a:solidFill>
                <a:latin typeface="Bookman Old Style"/>
                <a:ea typeface="Bookman Old Style"/>
                <a:cs typeface="Bookman Old Style"/>
                <a:sym typeface="Bookman Old Style"/>
              </a:rPr>
              <a:t>Merge Sort</a:t>
            </a:r>
            <a:endParaRPr/>
          </a:p>
          <a:p>
            <a:pPr marL="228600" lvl="0" indent="-228600" algn="l" rtl="0">
              <a:lnSpc>
                <a:spcPct val="140000"/>
              </a:lnSpc>
              <a:spcBef>
                <a:spcPts val="0"/>
              </a:spcBef>
              <a:spcAft>
                <a:spcPts val="0"/>
              </a:spcAft>
              <a:buClr>
                <a:schemeClr val="accent2"/>
              </a:buClr>
              <a:buSzPts val="200"/>
              <a:buFont typeface="Arial"/>
              <a:buChar char="•"/>
            </a:pPr>
            <a:r>
              <a:rPr lang="en-US" sz="1700" b="0" i="0" u="none">
                <a:solidFill>
                  <a:srgbClr val="262626"/>
                </a:solidFill>
                <a:latin typeface="Bookman Old Style"/>
                <a:ea typeface="Bookman Old Style"/>
                <a:cs typeface="Bookman Old Style"/>
                <a:sym typeface="Bookman Old Style"/>
              </a:rPr>
              <a:t>Quick Sort</a:t>
            </a:r>
            <a:endParaRPr/>
          </a:p>
          <a:p>
            <a:pPr marL="228600" lvl="0" indent="-228600" algn="l" rtl="0">
              <a:lnSpc>
                <a:spcPct val="140000"/>
              </a:lnSpc>
              <a:spcBef>
                <a:spcPts val="0"/>
              </a:spcBef>
              <a:spcAft>
                <a:spcPts val="0"/>
              </a:spcAft>
              <a:buClr>
                <a:schemeClr val="accent2"/>
              </a:buClr>
              <a:buSzPts val="200"/>
              <a:buFont typeface="Arial"/>
              <a:buChar char="•"/>
            </a:pPr>
            <a:r>
              <a:rPr lang="en-US" sz="1700" b="0" i="0" u="none">
                <a:solidFill>
                  <a:srgbClr val="262626"/>
                </a:solidFill>
                <a:latin typeface="Bookman Old Style"/>
                <a:ea typeface="Bookman Old Style"/>
                <a:cs typeface="Bookman Old Style"/>
                <a:sym typeface="Bookman Old Style"/>
              </a:rPr>
              <a:t>Binary Serarch</a:t>
            </a:r>
            <a:endParaRPr/>
          </a:p>
          <a:p>
            <a:pPr marL="228600" lvl="0" indent="-228600" algn="l" rtl="0">
              <a:lnSpc>
                <a:spcPct val="140000"/>
              </a:lnSpc>
              <a:spcBef>
                <a:spcPts val="0"/>
              </a:spcBef>
              <a:spcAft>
                <a:spcPts val="0"/>
              </a:spcAft>
              <a:buClr>
                <a:schemeClr val="accent2"/>
              </a:buClr>
              <a:buSzPts val="200"/>
              <a:buFont typeface="Arial"/>
              <a:buChar char="•"/>
            </a:pPr>
            <a:r>
              <a:rPr lang="en-US" sz="1700" b="0" i="0" u="none">
                <a:solidFill>
                  <a:srgbClr val="262626"/>
                </a:solidFill>
                <a:latin typeface="Bookman Old Style"/>
                <a:ea typeface="Bookman Old Style"/>
                <a:cs typeface="Bookman Old Style"/>
                <a:sym typeface="Bookman Old Style"/>
              </a:rPr>
              <a:t>Large Integer Multiplication</a:t>
            </a:r>
            <a:endParaRPr/>
          </a:p>
          <a:p>
            <a:pPr marL="228600" lvl="0" indent="-228600" algn="l" rtl="0">
              <a:lnSpc>
                <a:spcPct val="140000"/>
              </a:lnSpc>
              <a:spcBef>
                <a:spcPts val="0"/>
              </a:spcBef>
              <a:spcAft>
                <a:spcPts val="0"/>
              </a:spcAft>
              <a:buClr>
                <a:schemeClr val="accent2"/>
              </a:buClr>
              <a:buSzPts val="200"/>
              <a:buFont typeface="Arial"/>
              <a:buChar char="•"/>
            </a:pPr>
            <a:r>
              <a:rPr lang="en-US" sz="1700" b="0" i="0" u="none">
                <a:solidFill>
                  <a:srgbClr val="262626"/>
                </a:solidFill>
                <a:latin typeface="Bookman Old Style"/>
                <a:ea typeface="Bookman Old Style"/>
                <a:cs typeface="Bookman Old Style"/>
                <a:sym typeface="Bookman Old Style"/>
              </a:rPr>
              <a:t>Strassen Multiplication</a:t>
            </a:r>
            <a:endParaRPr/>
          </a:p>
          <a:p>
            <a:pPr marL="457200" lvl="0" indent="-228600" algn="l" rtl="0">
              <a:lnSpc>
                <a:spcPct val="100000"/>
              </a:lnSpc>
              <a:spcBef>
                <a:spcPts val="1000"/>
              </a:spcBef>
              <a:spcAft>
                <a:spcPts val="0"/>
              </a:spcAft>
              <a:buSzPts val="1800"/>
              <a:buNone/>
            </a:pPr>
            <a:endParaRPr sz="1700" b="0" i="0" u="none">
              <a:solidFill>
                <a:srgbClr val="262626"/>
              </a:solidFill>
              <a:latin typeface="Bookman Old Style"/>
              <a:ea typeface="Bookman Old Style"/>
              <a:cs typeface="Bookman Old Style"/>
              <a:sym typeface="Bookman Old Style"/>
            </a:endParaRPr>
          </a:p>
        </p:txBody>
      </p:sp>
      <p:sp>
        <p:nvSpPr>
          <p:cNvPr id="359" name="Google Shape;359;p27"/>
          <p:cNvSpPr/>
          <p:nvPr/>
        </p:nvSpPr>
        <p:spPr>
          <a:xfrm>
            <a:off x="10758487" y="6218237"/>
            <a:ext cx="366712" cy="365125"/>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marR="0" lvl="0" indent="0" algn="ctr" rtl="0">
              <a:lnSpc>
                <a:spcPct val="100000"/>
              </a:lnSpc>
              <a:spcBef>
                <a:spcPts val="0"/>
              </a:spcBef>
              <a:spcAft>
                <a:spcPts val="0"/>
              </a:spcAft>
              <a:buClr>
                <a:srgbClr val="FFFFFF"/>
              </a:buClr>
              <a:buSzPts val="1100"/>
              <a:buFont typeface="Bookman Old Style"/>
              <a:buNone/>
            </a:pPr>
            <a:fld id="{00000000-1234-1234-1234-123412341234}" type="slidenum">
              <a:rPr lang="en-US" sz="1100" b="0" i="0" u="none" strike="noStrike" cap="none">
                <a:solidFill>
                  <a:srgbClr val="FFFFFF"/>
                </a:solidFill>
                <a:latin typeface="Bookman Old Style"/>
                <a:ea typeface="Bookman Old Style"/>
                <a:cs typeface="Bookman Old Style"/>
                <a:sym typeface="Bookman Old Style"/>
              </a:rPr>
              <a:t>27</a:t>
            </a:fld>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2_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6_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7_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8_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9_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1210</Words>
  <Application>Microsoft Office PowerPoint</Application>
  <PresentationFormat>Custom</PresentationFormat>
  <Paragraphs>193</Paragraphs>
  <Slides>27</Slides>
  <Notes>27</Notes>
  <HiddenSlides>0</HiddenSlides>
  <MMClips>0</MMClips>
  <ScaleCrop>false</ScaleCrop>
  <HeadingPairs>
    <vt:vector size="4" baseType="variant">
      <vt:variant>
        <vt:lpstr>Theme</vt:lpstr>
      </vt:variant>
      <vt:variant>
        <vt:i4>10</vt:i4>
      </vt:variant>
      <vt:variant>
        <vt:lpstr>Slide Titles</vt:lpstr>
      </vt:variant>
      <vt:variant>
        <vt:i4>27</vt:i4>
      </vt:variant>
    </vt:vector>
  </HeadingPairs>
  <TitlesOfParts>
    <vt:vector size="37" baseType="lpstr">
      <vt:lpstr>2_Parcel</vt:lpstr>
      <vt:lpstr>3_Parcel</vt:lpstr>
      <vt:lpstr>Parcel</vt:lpstr>
      <vt:lpstr>1_Parcel</vt:lpstr>
      <vt:lpstr>4_Parcel</vt:lpstr>
      <vt:lpstr>5_Parcel</vt:lpstr>
      <vt:lpstr>6_Parcel</vt:lpstr>
      <vt:lpstr>7_Parcel</vt:lpstr>
      <vt:lpstr>8_Parcel</vt:lpstr>
      <vt:lpstr>9_Parcel</vt:lpstr>
      <vt:lpstr>1010043316 Analysis and Design of Algorithms Unit 2: Divide-and-Conquer</vt:lpstr>
      <vt:lpstr>CHAPTER 3 TOPIC </vt:lpstr>
      <vt:lpstr>What is divide and conquer?</vt:lpstr>
      <vt:lpstr>What is divide and conquer?</vt:lpstr>
      <vt:lpstr>Divide-and-Conquer Examples</vt:lpstr>
      <vt:lpstr>General Divide-and-Conquer Recurrence</vt:lpstr>
      <vt:lpstr>Merge Sort Example</vt:lpstr>
      <vt:lpstr>Merge Sort </vt:lpstr>
      <vt:lpstr>Pseudocode of Merge Sort</vt:lpstr>
      <vt:lpstr>Pseudocode of Merge</vt:lpstr>
      <vt:lpstr>Analysis of Merge Sort</vt:lpstr>
      <vt:lpstr>Quick Sort</vt:lpstr>
      <vt:lpstr>Quick Sort Algorithm</vt:lpstr>
      <vt:lpstr>Quick Sort  Partition Algorithm</vt:lpstr>
      <vt:lpstr>Analysis of Quick Sort</vt:lpstr>
      <vt:lpstr>Analysis of Quick Sort</vt:lpstr>
      <vt:lpstr>Binary Search</vt:lpstr>
      <vt:lpstr>Iterative Binary Search</vt:lpstr>
      <vt:lpstr>Recursive Binary Search</vt:lpstr>
      <vt:lpstr>Analysis of Binary Search</vt:lpstr>
      <vt:lpstr>Multiplication of Large Integers </vt:lpstr>
      <vt:lpstr>Example of Multiplication of Large Integers </vt:lpstr>
      <vt:lpstr>Second Divide-and-Conquer Algorithm</vt:lpstr>
      <vt:lpstr>Strassen’s Matrix Multiplication</vt:lpstr>
      <vt:lpstr>Formulas for Strassen’s Algorithm</vt:lpstr>
      <vt:lpstr>Analysis of Strassen’s Algorithm</vt:lpstr>
      <vt:lpstr>Key Points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1010043316 Analysis and Design of Algorithms Unit 3: Divide-and-Conquer</dc:title>
  <dc:creator>Utsav Yagnik</dc:creator>
  <cp:lastModifiedBy>Staff 2</cp:lastModifiedBy>
  <cp:revision>2</cp:revision>
  <dcterms:created xsi:type="dcterms:W3CDTF">2020-09-07T10:12:37Z</dcterms:created>
  <dcterms:modified xsi:type="dcterms:W3CDTF">2024-08-22T11:01:26Z</dcterms:modified>
</cp:coreProperties>
</file>