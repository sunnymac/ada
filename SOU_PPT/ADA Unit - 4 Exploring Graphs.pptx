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PiIJ0KgiR3SG5IHW+9UJHnmnT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86879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" name="Google Shape;3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62288" y="0"/>
            <a:ext cx="1997850" cy="57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" name="Google Shape;5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0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Bookman Old Style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1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Bookman Old Style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8" name="Google Shape;88;p31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2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3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7" name="Google Shape;27;p2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1600200" y="1903751"/>
            <a:ext cx="8991600" cy="2128913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</a:pPr>
            <a:r>
              <a:rPr lang="en-IN" dirty="0"/>
              <a:t>1010043316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</a:pPr>
            <a:r>
              <a:rPr lang="en-IN" dirty="0"/>
              <a:t>Analysis and Design of Algorithms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</a:pPr>
            <a:r>
              <a:rPr lang="en-IN"/>
              <a:t>Unit </a:t>
            </a:r>
            <a:r>
              <a:rPr lang="en-IN" smtClean="0"/>
              <a:t>4: </a:t>
            </a:r>
            <a:r>
              <a:rPr lang="en-IN"/>
              <a:t>EXPLORING GRAPHS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4459800" y="5016150"/>
            <a:ext cx="32724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SEMESTER: 5</a:t>
            </a:r>
            <a:endParaRPr sz="2000">
              <a:solidFill>
                <a:srgbClr val="FEFEFE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PREPARED BY:</a:t>
            </a:r>
            <a:endParaRPr sz="2000">
              <a:solidFill>
                <a:srgbClr val="FEFEFE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INTRODUCTION TO GRAPH</a:t>
            </a:r>
            <a:endParaRPr/>
          </a:p>
        </p:txBody>
      </p:sp>
      <p:sp>
        <p:nvSpPr>
          <p:cNvPr id="115" name="Google Shape;115;p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523423"/>
            <a:ext cx="7729728" cy="3517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962" y="700087"/>
            <a:ext cx="9744075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TRAVERSING GRAPHS</a:t>
            </a:r>
            <a:endParaRPr/>
          </a:p>
        </p:txBody>
      </p:sp>
      <p:sp>
        <p:nvSpPr>
          <p:cNvPr id="128" name="Google Shape;128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0431"/>
            <a:ext cx="7729728" cy="36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898634"/>
            <a:ext cx="8327923" cy="466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961696"/>
            <a:ext cx="8854811" cy="495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114" y="788441"/>
            <a:ext cx="8975061" cy="5224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078460"/>
            <a:ext cx="8974975" cy="4974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199" y="835448"/>
            <a:ext cx="8974975" cy="5250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BREADTH FIRST SEARCH - ALGORITHM</a:t>
            </a:r>
            <a:endParaRPr/>
          </a:p>
        </p:txBody>
      </p:sp>
      <p:sp>
        <p:nvSpPr>
          <p:cNvPr id="165" name="Google Shape;165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41993"/>
            <a:ext cx="7729728" cy="353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COMPARISON OF DFS AND BFS</a:t>
            </a:r>
            <a:endParaRPr/>
          </a:p>
        </p:txBody>
      </p:sp>
      <p:sp>
        <p:nvSpPr>
          <p:cNvPr id="172" name="Google Shape;172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173" name="Google Shape;17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09444"/>
            <a:ext cx="7729728" cy="369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TOPOLOLOGICAL SORTING</a:t>
            </a:r>
            <a:endParaRPr/>
          </a:p>
        </p:txBody>
      </p:sp>
      <p:sp>
        <p:nvSpPr>
          <p:cNvPr id="179" name="Google Shape;179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76488"/>
            <a:ext cx="7729728" cy="355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TOPOLOGICAL SORTING</a:t>
            </a:r>
            <a:br>
              <a:rPr lang="en-IN">
                <a:solidFill>
                  <a:srgbClr val="464646"/>
                </a:solidFill>
              </a:rPr>
            </a:br>
            <a:r>
              <a:rPr lang="en-IN">
                <a:solidFill>
                  <a:srgbClr val="464646"/>
                </a:solidFill>
              </a:rPr>
              <a:t>- EXAMPLE 1 </a:t>
            </a:r>
            <a:endParaRPr/>
          </a:p>
        </p:txBody>
      </p:sp>
      <p:sp>
        <p:nvSpPr>
          <p:cNvPr id="186" name="Google Shape;186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49062"/>
            <a:ext cx="7729728" cy="3641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TOPOLOGICAL SORTING</a:t>
            </a:r>
            <a:br>
              <a:rPr lang="en-IN">
                <a:solidFill>
                  <a:srgbClr val="464646"/>
                </a:solidFill>
              </a:rPr>
            </a:br>
            <a:r>
              <a:rPr lang="en-IN">
                <a:solidFill>
                  <a:srgbClr val="464646"/>
                </a:solidFill>
              </a:rPr>
              <a:t>- EXAMPLE 1 </a:t>
            </a:r>
            <a:endParaRPr/>
          </a:p>
        </p:txBody>
      </p:sp>
      <p:sp>
        <p:nvSpPr>
          <p:cNvPr id="193" name="Google Shape;193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194" name="Google Shape;19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6359"/>
            <a:ext cx="7729728" cy="364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TOPOLOGICAL SORTING</a:t>
            </a:r>
            <a:br>
              <a:rPr lang="en-IN">
                <a:solidFill>
                  <a:srgbClr val="464646"/>
                </a:solidFill>
              </a:rPr>
            </a:br>
            <a:r>
              <a:rPr lang="en-IN">
                <a:solidFill>
                  <a:srgbClr val="464646"/>
                </a:solidFill>
              </a:rPr>
              <a:t>- EXAMPLE 2</a:t>
            </a:r>
            <a:endParaRPr/>
          </a:p>
        </p:txBody>
      </p:sp>
      <p:sp>
        <p:nvSpPr>
          <p:cNvPr id="200" name="Google Shape;200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506717"/>
            <a:ext cx="7729728" cy="345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CONNECTED COMPONENTS</a:t>
            </a:r>
            <a:endParaRPr/>
          </a:p>
        </p:txBody>
      </p:sp>
      <p:sp>
        <p:nvSpPr>
          <p:cNvPr id="207" name="Google Shape;207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7304"/>
            <a:ext cx="7729728" cy="3592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00200" y="740979"/>
            <a:ext cx="8974975" cy="528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ARTICULATION POINT</a:t>
            </a:r>
            <a:endParaRPr/>
          </a:p>
        </p:txBody>
      </p:sp>
      <p:sp>
        <p:nvSpPr>
          <p:cNvPr id="220" name="Google Shape;220;p1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221" name="Google Shape;2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6360"/>
            <a:ext cx="7729728" cy="3673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3801143" y="2967335"/>
            <a:ext cx="45897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IN" sz="5400" b="1" i="0" u="none" strike="noStrike" cap="none">
                <a:solidFill>
                  <a:schemeClr val="tx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sz="5400" b="1" i="0" u="none" strike="noStrike" cap="none">
              <a:solidFill>
                <a:schemeClr val="tx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Custom</PresentationFormat>
  <Paragraphs>34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Parcel</vt:lpstr>
      <vt:lpstr>Parcel</vt:lpstr>
      <vt:lpstr>1010043316 Analysis and Design of Algorithms Unit 4: EXPLORING GRAPHS</vt:lpstr>
      <vt:lpstr>INTRODUCTION TO GRAPH</vt:lpstr>
      <vt:lpstr>PowerPoint Presentation</vt:lpstr>
      <vt:lpstr>TRAVERSING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BREADTH FIRST SEARCH - ALGORITHM</vt:lpstr>
      <vt:lpstr>COMPARISON OF DFS AND BFS</vt:lpstr>
      <vt:lpstr>TOPOLOLOGICAL SORTING</vt:lpstr>
      <vt:lpstr>TOPOLOGICAL SORTING - EXAMPLE 1 </vt:lpstr>
      <vt:lpstr>TOPOLOGICAL SORTING - EXAMPLE 1 </vt:lpstr>
      <vt:lpstr>TOPOLOGICAL SORTING - EXAMPLE 2</vt:lpstr>
      <vt:lpstr>CONNECTED COMPONENTS</vt:lpstr>
      <vt:lpstr>PowerPoint Presentation</vt:lpstr>
      <vt:lpstr>ARTICULATION POINT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1010043316 Analysis and Design of Algorithms Unit 6: EXPLORING GRAPHS</dc:title>
  <dc:creator>Utsav Yagnik</dc:creator>
  <cp:lastModifiedBy>Staff 2</cp:lastModifiedBy>
  <cp:revision>3</cp:revision>
  <dcterms:created xsi:type="dcterms:W3CDTF">2020-09-07T10:12:37Z</dcterms:created>
  <dcterms:modified xsi:type="dcterms:W3CDTF">2024-08-22T11:00:54Z</dcterms:modified>
</cp:coreProperties>
</file>